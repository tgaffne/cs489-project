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13" r:id="rId4"/>
  </p:sldMasterIdLst>
  <p:notesMasterIdLst>
    <p:notesMasterId r:id="rId14"/>
  </p:notesMasterIdLst>
  <p:handoutMasterIdLst>
    <p:handoutMasterId r:id="rId15"/>
  </p:handoutMasterIdLst>
  <p:sldIdLst>
    <p:sldId id="258" r:id="rId5"/>
    <p:sldId id="259" r:id="rId6"/>
    <p:sldId id="260" r:id="rId7"/>
    <p:sldId id="267" r:id="rId8"/>
    <p:sldId id="268" r:id="rId9"/>
    <p:sldId id="266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1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4D835D-2BC6-44EE-BBB9-DF502A2FAE75}" v="1335" dt="2026-04-27T22:23:25.376"/>
    <p1510:client id="{CB4C7402-8AF0-4EAA-A92E-AA7EA9BB3A13}" v="2675" dt="2026-04-27T22:21:58.492"/>
    <p1510:client id="{F0754BAD-A2CE-4538-87E8-50CC8D45CE8C}" v="1" dt="2026-07-17T16:13:13.6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idan Anthony DeMuth" userId="2e96767d-25a4-4832-a28b-b5a00faeeeae" providerId="ADAL" clId="{35B3FF7B-409F-4EC2-9241-55920318792B}"/>
    <pc:docChg chg="undo custSel addSld delSld modSld sldOrd">
      <pc:chgData name="Aidan Anthony DeMuth" userId="2e96767d-25a4-4832-a28b-b5a00faeeeae" providerId="ADAL" clId="{35B3FF7B-409F-4EC2-9241-55920318792B}" dt="2026-04-28T15:51:10.306" v="5096" actId="20577"/>
      <pc:docMkLst>
        <pc:docMk/>
      </pc:docMkLst>
      <pc:sldChg chg="modSp mod modNotesTx">
        <pc:chgData name="Aidan Anthony DeMuth" userId="2e96767d-25a4-4832-a28b-b5a00faeeeae" providerId="ADAL" clId="{35B3FF7B-409F-4EC2-9241-55920318792B}" dt="2026-04-28T15:51:10.306" v="5096" actId="20577"/>
        <pc:sldMkLst>
          <pc:docMk/>
          <pc:sldMk cId="2812452602" sldId="258"/>
        </pc:sldMkLst>
        <pc:spChg chg="mod">
          <ac:chgData name="Aidan Anthony DeMuth" userId="2e96767d-25a4-4832-a28b-b5a00faeeeae" providerId="ADAL" clId="{35B3FF7B-409F-4EC2-9241-55920318792B}" dt="2026-04-26T01:34:56.667" v="3669" actId="313"/>
          <ac:spMkLst>
            <pc:docMk/>
            <pc:sldMk cId="2812452602" sldId="258"/>
            <ac:spMk id="3" creationId="{6A0CBC46-76F5-CB3F-9BF0-DE7BBD3C6643}"/>
          </ac:spMkLst>
        </pc:spChg>
        <pc:spChg chg="mod">
          <ac:chgData name="Aidan Anthony DeMuth" userId="2e96767d-25a4-4832-a28b-b5a00faeeeae" providerId="ADAL" clId="{35B3FF7B-409F-4EC2-9241-55920318792B}" dt="2026-04-25T21:48:17.026" v="68" actId="20577"/>
          <ac:spMkLst>
            <pc:docMk/>
            <pc:sldMk cId="2812452602" sldId="258"/>
            <ac:spMk id="4" creationId="{5CA5C5AD-7278-E875-15B7-835123AC22E5}"/>
          </ac:spMkLst>
        </pc:spChg>
      </pc:sldChg>
      <pc:sldChg chg="addSp delSp modSp new mod modNotesTx">
        <pc:chgData name="Aidan Anthony DeMuth" userId="2e96767d-25a4-4832-a28b-b5a00faeeeae" providerId="ADAL" clId="{35B3FF7B-409F-4EC2-9241-55920318792B}" dt="2026-04-27T22:04:16.359" v="4960" actId="20577"/>
        <pc:sldMkLst>
          <pc:docMk/>
          <pc:sldMk cId="629317642" sldId="259"/>
        </pc:sldMkLst>
        <pc:spChg chg="mod">
          <ac:chgData name="Aidan Anthony DeMuth" userId="2e96767d-25a4-4832-a28b-b5a00faeeeae" providerId="ADAL" clId="{35B3FF7B-409F-4EC2-9241-55920318792B}" dt="2026-04-25T22:01:16.048" v="112" actId="20577"/>
          <ac:spMkLst>
            <pc:docMk/>
            <pc:sldMk cId="629317642" sldId="259"/>
            <ac:spMk id="2" creationId="{4E273BC9-4F49-73B9-74D8-B041E0E7CE01}"/>
          </ac:spMkLst>
        </pc:spChg>
        <pc:spChg chg="mod">
          <ac:chgData name="Aidan Anthony DeMuth" userId="2e96767d-25a4-4832-a28b-b5a00faeeeae" providerId="ADAL" clId="{35B3FF7B-409F-4EC2-9241-55920318792B}" dt="2026-04-27T19:16:40.340" v="4871" actId="20577"/>
          <ac:spMkLst>
            <pc:docMk/>
            <pc:sldMk cId="629317642" sldId="259"/>
            <ac:spMk id="3" creationId="{B054743E-B7D2-3758-5FE6-A4A1A8A66198}"/>
          </ac:spMkLst>
        </pc:spChg>
        <pc:spChg chg="add mod">
          <ac:chgData name="Aidan Anthony DeMuth" userId="2e96767d-25a4-4832-a28b-b5a00faeeeae" providerId="ADAL" clId="{35B3FF7B-409F-4EC2-9241-55920318792B}" dt="2026-04-27T18:51:52.907" v="4442" actId="20577"/>
          <ac:spMkLst>
            <pc:docMk/>
            <pc:sldMk cId="629317642" sldId="259"/>
            <ac:spMk id="4" creationId="{1B6415F1-C6AE-EEB3-6FC5-BB258554A087}"/>
          </ac:spMkLst>
        </pc:spChg>
        <pc:spChg chg="add del mod">
          <ac:chgData name="Aidan Anthony DeMuth" userId="2e96767d-25a4-4832-a28b-b5a00faeeeae" providerId="ADAL" clId="{35B3FF7B-409F-4EC2-9241-55920318792B}" dt="2026-04-27T18:37:58.628" v="3723" actId="478"/>
          <ac:spMkLst>
            <pc:docMk/>
            <pc:sldMk cId="629317642" sldId="259"/>
            <ac:spMk id="4" creationId="{D36AA0E3-084A-CECC-C627-B75DF0AF7963}"/>
          </ac:spMkLst>
        </pc:spChg>
        <pc:spChg chg="add mod">
          <ac:chgData name="Aidan Anthony DeMuth" userId="2e96767d-25a4-4832-a28b-b5a00faeeeae" providerId="ADAL" clId="{35B3FF7B-409F-4EC2-9241-55920318792B}" dt="2026-04-27T19:18:18.661" v="4883" actId="1076"/>
          <ac:spMkLst>
            <pc:docMk/>
            <pc:sldMk cId="629317642" sldId="259"/>
            <ac:spMk id="6" creationId="{ED99A171-9022-AD6A-D815-D8D781958C98}"/>
          </ac:spMkLst>
        </pc:spChg>
        <pc:spChg chg="del mod">
          <ac:chgData name="Aidan Anthony DeMuth" userId="2e96767d-25a4-4832-a28b-b5a00faeeeae" providerId="ADAL" clId="{35B3FF7B-409F-4EC2-9241-55920318792B}" dt="2026-04-27T18:49:18.122" v="4122" actId="478"/>
          <ac:spMkLst>
            <pc:docMk/>
            <pc:sldMk cId="629317642" sldId="259"/>
            <ac:spMk id="7" creationId="{623F23B7-26A3-CFF9-D9B4-FF07598095EB}"/>
          </ac:spMkLst>
        </pc:spChg>
        <pc:picChg chg="add mod modCrop">
          <ac:chgData name="Aidan Anthony DeMuth" userId="2e96767d-25a4-4832-a28b-b5a00faeeeae" providerId="ADAL" clId="{35B3FF7B-409F-4EC2-9241-55920318792B}" dt="2026-04-27T19:18:15.499" v="4882" actId="1076"/>
          <ac:picMkLst>
            <pc:docMk/>
            <pc:sldMk cId="629317642" sldId="259"/>
            <ac:picMk id="5" creationId="{561C50B5-4D36-6837-615A-FC3762068749}"/>
          </ac:picMkLst>
        </pc:picChg>
        <pc:picChg chg="mod">
          <ac:chgData name="Aidan Anthony DeMuth" userId="2e96767d-25a4-4832-a28b-b5a00faeeeae" providerId="ADAL" clId="{35B3FF7B-409F-4EC2-9241-55920318792B}" dt="2026-04-27T18:55:15.816" v="4552" actId="1076"/>
          <ac:picMkLst>
            <pc:docMk/>
            <pc:sldMk cId="629317642" sldId="259"/>
            <ac:picMk id="10" creationId="{A293221F-03D2-05FD-A12F-49BA00B9B8F1}"/>
          </ac:picMkLst>
        </pc:picChg>
      </pc:sldChg>
      <pc:sldChg chg="addSp delSp modSp new mod modNotesTx">
        <pc:chgData name="Aidan Anthony DeMuth" userId="2e96767d-25a4-4832-a28b-b5a00faeeeae" providerId="ADAL" clId="{35B3FF7B-409F-4EC2-9241-55920318792B}" dt="2026-04-27T22:04:22.928" v="4965" actId="20577"/>
        <pc:sldMkLst>
          <pc:docMk/>
          <pc:sldMk cId="3517830956" sldId="260"/>
        </pc:sldMkLst>
        <pc:spChg chg="mod">
          <ac:chgData name="Aidan Anthony DeMuth" userId="2e96767d-25a4-4832-a28b-b5a00faeeeae" providerId="ADAL" clId="{35B3FF7B-409F-4EC2-9241-55920318792B}" dt="2026-04-25T22:48:16.492" v="585" actId="1076"/>
          <ac:spMkLst>
            <pc:docMk/>
            <pc:sldMk cId="3517830956" sldId="260"/>
            <ac:spMk id="2" creationId="{15382110-4E96-7F35-CDC9-2732AEA075AB}"/>
          </ac:spMkLst>
        </pc:spChg>
        <pc:spChg chg="add mod">
          <ac:chgData name="Aidan Anthony DeMuth" userId="2e96767d-25a4-4832-a28b-b5a00faeeeae" providerId="ADAL" clId="{35B3FF7B-409F-4EC2-9241-55920318792B}" dt="2026-04-25T23:52:57.874" v="605" actId="1076"/>
          <ac:spMkLst>
            <pc:docMk/>
            <pc:sldMk cId="3517830956" sldId="260"/>
            <ac:spMk id="8" creationId="{404A8022-C227-7B62-FC5D-2E32B68C0D62}"/>
          </ac:spMkLst>
        </pc:spChg>
        <pc:spChg chg="add mod">
          <ac:chgData name="Aidan Anthony DeMuth" userId="2e96767d-25a4-4832-a28b-b5a00faeeeae" providerId="ADAL" clId="{35B3FF7B-409F-4EC2-9241-55920318792B}" dt="2026-04-26T00:58:28.007" v="2199" actId="1076"/>
          <ac:spMkLst>
            <pc:docMk/>
            <pc:sldMk cId="3517830956" sldId="260"/>
            <ac:spMk id="9" creationId="{7CD1FB6B-A046-0541-82D1-8218F0E8C0A4}"/>
          </ac:spMkLst>
        </pc:spChg>
        <pc:spChg chg="add mod">
          <ac:chgData name="Aidan Anthony DeMuth" userId="2e96767d-25a4-4832-a28b-b5a00faeeeae" providerId="ADAL" clId="{35B3FF7B-409F-4EC2-9241-55920318792B}" dt="2026-04-25T22:48:26.782" v="587" actId="1076"/>
          <ac:spMkLst>
            <pc:docMk/>
            <pc:sldMk cId="3517830956" sldId="260"/>
            <ac:spMk id="10" creationId="{D425AE80-6226-C9B2-70E6-02C2A0450F29}"/>
          </ac:spMkLst>
        </pc:spChg>
        <pc:spChg chg="add mod">
          <ac:chgData name="Aidan Anthony DeMuth" userId="2e96767d-25a4-4832-a28b-b5a00faeeeae" providerId="ADAL" clId="{35B3FF7B-409F-4EC2-9241-55920318792B}" dt="2026-04-25T22:48:26.782" v="587" actId="1076"/>
          <ac:spMkLst>
            <pc:docMk/>
            <pc:sldMk cId="3517830956" sldId="260"/>
            <ac:spMk id="11" creationId="{77AE98ED-9C6B-4251-4761-DB1F3C927600}"/>
          </ac:spMkLst>
        </pc:spChg>
        <pc:spChg chg="add mod">
          <ac:chgData name="Aidan Anthony DeMuth" userId="2e96767d-25a4-4832-a28b-b5a00faeeeae" providerId="ADAL" clId="{35B3FF7B-409F-4EC2-9241-55920318792B}" dt="2026-04-25T23:53:24.894" v="641" actId="20577"/>
          <ac:spMkLst>
            <pc:docMk/>
            <pc:sldMk cId="3517830956" sldId="260"/>
            <ac:spMk id="12" creationId="{AADFA7C8-093A-176A-D6EF-28EA393DF9DE}"/>
          </ac:spMkLst>
        </pc:spChg>
        <pc:spChg chg="add mod">
          <ac:chgData name="Aidan Anthony DeMuth" userId="2e96767d-25a4-4832-a28b-b5a00faeeeae" providerId="ADAL" clId="{35B3FF7B-409F-4EC2-9241-55920318792B}" dt="2026-04-25T23:51:25.478" v="595" actId="1076"/>
          <ac:spMkLst>
            <pc:docMk/>
            <pc:sldMk cId="3517830956" sldId="260"/>
            <ac:spMk id="21" creationId="{AE4A61EA-E316-1605-F26A-4221804B5372}"/>
          </ac:spMkLst>
        </pc:spChg>
        <pc:picChg chg="add mod">
          <ac:chgData name="Aidan Anthony DeMuth" userId="2e96767d-25a4-4832-a28b-b5a00faeeeae" providerId="ADAL" clId="{35B3FF7B-409F-4EC2-9241-55920318792B}" dt="2026-04-25T22:48:30.415" v="589" actId="1076"/>
          <ac:picMkLst>
            <pc:docMk/>
            <pc:sldMk cId="3517830956" sldId="260"/>
            <ac:picMk id="5" creationId="{173557F7-08C3-6AE2-82F8-BC568AABC0B6}"/>
          </ac:picMkLst>
        </pc:picChg>
        <pc:picChg chg="add mod">
          <ac:chgData name="Aidan Anthony DeMuth" userId="2e96767d-25a4-4832-a28b-b5a00faeeeae" providerId="ADAL" clId="{35B3FF7B-409F-4EC2-9241-55920318792B}" dt="2026-04-25T22:48:20.552" v="586" actId="1076"/>
          <ac:picMkLst>
            <pc:docMk/>
            <pc:sldMk cId="3517830956" sldId="260"/>
            <ac:picMk id="16" creationId="{999AD99F-6289-9B9E-B249-8B1A462D4751}"/>
          </ac:picMkLst>
        </pc:picChg>
        <pc:picChg chg="add mod">
          <ac:chgData name="Aidan Anthony DeMuth" userId="2e96767d-25a4-4832-a28b-b5a00faeeeae" providerId="ADAL" clId="{35B3FF7B-409F-4EC2-9241-55920318792B}" dt="2026-04-25T22:48:20.552" v="586" actId="1076"/>
          <ac:picMkLst>
            <pc:docMk/>
            <pc:sldMk cId="3517830956" sldId="260"/>
            <ac:picMk id="18" creationId="{8F1995CF-0D13-9D04-449B-D637147999A0}"/>
          </ac:picMkLst>
        </pc:picChg>
        <pc:picChg chg="add mod modCrop">
          <ac:chgData name="Aidan Anthony DeMuth" userId="2e96767d-25a4-4832-a28b-b5a00faeeeae" providerId="ADAL" clId="{35B3FF7B-409F-4EC2-9241-55920318792B}" dt="2026-04-25T22:48:39.816" v="591" actId="1076"/>
          <ac:picMkLst>
            <pc:docMk/>
            <pc:sldMk cId="3517830956" sldId="260"/>
            <ac:picMk id="20" creationId="{C6CE9F98-CA7A-344D-F13E-8385BD56BC6E}"/>
          </ac:picMkLst>
        </pc:picChg>
        <pc:picChg chg="add mod">
          <ac:chgData name="Aidan Anthony DeMuth" userId="2e96767d-25a4-4832-a28b-b5a00faeeeae" providerId="ADAL" clId="{35B3FF7B-409F-4EC2-9241-55920318792B}" dt="2026-04-25T23:52:33.377" v="604" actId="1076"/>
          <ac:picMkLst>
            <pc:docMk/>
            <pc:sldMk cId="3517830956" sldId="260"/>
            <ac:picMk id="25" creationId="{8E5B3EA4-9710-9733-0F12-90CF88E2C1B0}"/>
          </ac:picMkLst>
        </pc:picChg>
      </pc:sldChg>
      <pc:sldChg chg="addSp delSp modSp new mod modAnim">
        <pc:chgData name="Aidan Anthony DeMuth" userId="2e96767d-25a4-4832-a28b-b5a00faeeeae" providerId="ADAL" clId="{35B3FF7B-409F-4EC2-9241-55920318792B}" dt="2026-04-27T22:23:25.376" v="5095" actId="14100"/>
        <pc:sldMkLst>
          <pc:docMk/>
          <pc:sldMk cId="241350245" sldId="262"/>
        </pc:sldMkLst>
        <pc:spChg chg="mod">
          <ac:chgData name="Aidan Anthony DeMuth" userId="2e96767d-25a4-4832-a28b-b5a00faeeeae" providerId="ADAL" clId="{35B3FF7B-409F-4EC2-9241-55920318792B}" dt="2026-04-27T19:09:57.452" v="4695" actId="1076"/>
          <ac:spMkLst>
            <pc:docMk/>
            <pc:sldMk cId="241350245" sldId="262"/>
            <ac:spMk id="2" creationId="{17ADF252-D595-5183-5E45-C820FB3AF66C}"/>
          </ac:spMkLst>
        </pc:spChg>
        <pc:spChg chg="del mod">
          <ac:chgData name="Aidan Anthony DeMuth" userId="2e96767d-25a4-4832-a28b-b5a00faeeeae" providerId="ADAL" clId="{35B3FF7B-409F-4EC2-9241-55920318792B}" dt="2026-04-27T19:09:45.652" v="4686" actId="478"/>
          <ac:spMkLst>
            <pc:docMk/>
            <pc:sldMk cId="241350245" sldId="262"/>
            <ac:spMk id="3" creationId="{3A4E0845-B666-01BB-7CD0-FD85D8161AE0}"/>
          </ac:spMkLst>
        </pc:spChg>
        <pc:spChg chg="add del mod">
          <ac:chgData name="Aidan Anthony DeMuth" userId="2e96767d-25a4-4832-a28b-b5a00faeeeae" providerId="ADAL" clId="{35B3FF7B-409F-4EC2-9241-55920318792B}" dt="2026-04-27T19:09:50.377" v="4687" actId="478"/>
          <ac:spMkLst>
            <pc:docMk/>
            <pc:sldMk cId="241350245" sldId="262"/>
            <ac:spMk id="7" creationId="{82AEE383-4441-7B85-437A-C2B74E48F829}"/>
          </ac:spMkLst>
        </pc:spChg>
        <pc:picChg chg="add mod">
          <ac:chgData name="Aidan Anthony DeMuth" userId="2e96767d-25a4-4832-a28b-b5a00faeeeae" providerId="ADAL" clId="{35B3FF7B-409F-4EC2-9241-55920318792B}" dt="2026-04-27T22:23:25.376" v="5095" actId="14100"/>
          <ac:picMkLst>
            <pc:docMk/>
            <pc:sldMk cId="241350245" sldId="262"/>
            <ac:picMk id="5" creationId="{3FB75244-56E4-2CC3-D2D9-0242D98F006A}"/>
          </ac:picMkLst>
        </pc:picChg>
      </pc:sldChg>
      <pc:sldChg chg="modSp new mod">
        <pc:chgData name="Aidan Anthony DeMuth" userId="2e96767d-25a4-4832-a28b-b5a00faeeeae" providerId="ADAL" clId="{35B3FF7B-409F-4EC2-9241-55920318792B}" dt="2026-04-27T22:19:20.808" v="5082" actId="20577"/>
        <pc:sldMkLst>
          <pc:docMk/>
          <pc:sldMk cId="1701656405" sldId="263"/>
        </pc:sldMkLst>
        <pc:spChg chg="mod">
          <ac:chgData name="Aidan Anthony DeMuth" userId="2e96767d-25a4-4832-a28b-b5a00faeeeae" providerId="ADAL" clId="{35B3FF7B-409F-4EC2-9241-55920318792B}" dt="2026-04-27T22:19:20.808" v="5082" actId="20577"/>
          <ac:spMkLst>
            <pc:docMk/>
            <pc:sldMk cId="1701656405" sldId="263"/>
            <ac:spMk id="2" creationId="{2AEAE3FD-2E11-697C-5D83-2DB3DACEBCD7}"/>
          </ac:spMkLst>
        </pc:spChg>
        <pc:spChg chg="mod">
          <ac:chgData name="Aidan Anthony DeMuth" userId="2e96767d-25a4-4832-a28b-b5a00faeeeae" providerId="ADAL" clId="{35B3FF7B-409F-4EC2-9241-55920318792B}" dt="2026-04-27T19:23:00.184" v="4955" actId="20577"/>
          <ac:spMkLst>
            <pc:docMk/>
            <pc:sldMk cId="1701656405" sldId="263"/>
            <ac:spMk id="3" creationId="{566C82CE-758A-F16F-29EF-F387A228CCB3}"/>
          </ac:spMkLst>
        </pc:spChg>
      </pc:sldChg>
      <pc:sldChg chg="addSp delSp modSp new mod modNotesTx">
        <pc:chgData name="Aidan Anthony DeMuth" userId="2e96767d-25a4-4832-a28b-b5a00faeeeae" providerId="ADAL" clId="{35B3FF7B-409F-4EC2-9241-55920318792B}" dt="2026-04-27T22:05:01.558" v="5025" actId="20577"/>
        <pc:sldMkLst>
          <pc:docMk/>
          <pc:sldMk cId="4140764975" sldId="264"/>
        </pc:sldMkLst>
        <pc:spChg chg="mod">
          <ac:chgData name="Aidan Anthony DeMuth" userId="2e96767d-25a4-4832-a28b-b5a00faeeeae" providerId="ADAL" clId="{35B3FF7B-409F-4EC2-9241-55920318792B}" dt="2026-04-27T19:19:24.837" v="4900" actId="20577"/>
          <ac:spMkLst>
            <pc:docMk/>
            <pc:sldMk cId="4140764975" sldId="264"/>
            <ac:spMk id="2" creationId="{44D2B1FF-5816-4B92-6149-B021B9F416F9}"/>
          </ac:spMkLst>
        </pc:spChg>
        <pc:spChg chg="add mod">
          <ac:chgData name="Aidan Anthony DeMuth" userId="2e96767d-25a4-4832-a28b-b5a00faeeeae" providerId="ADAL" clId="{35B3FF7B-409F-4EC2-9241-55920318792B}" dt="2026-04-27T18:47:54.946" v="3952" actId="20577"/>
          <ac:spMkLst>
            <pc:docMk/>
            <pc:sldMk cId="4140764975" sldId="264"/>
            <ac:spMk id="3" creationId="{714DA27C-94EC-3231-0731-BA8486BCA55A}"/>
          </ac:spMkLst>
        </pc:spChg>
        <pc:spChg chg="add mod">
          <ac:chgData name="Aidan Anthony DeMuth" userId="2e96767d-25a4-4832-a28b-b5a00faeeeae" providerId="ADAL" clId="{35B3FF7B-409F-4EC2-9241-55920318792B}" dt="2026-04-27T18:45:14.736" v="3933" actId="1076"/>
          <ac:spMkLst>
            <pc:docMk/>
            <pc:sldMk cId="4140764975" sldId="264"/>
            <ac:spMk id="4" creationId="{1177C3EC-BAB1-55C5-5ED2-C069A7900A64}"/>
          </ac:spMkLst>
        </pc:spChg>
        <pc:spChg chg="add mod">
          <ac:chgData name="Aidan Anthony DeMuth" userId="2e96767d-25a4-4832-a28b-b5a00faeeeae" providerId="ADAL" clId="{35B3FF7B-409F-4EC2-9241-55920318792B}" dt="2026-04-27T18:43:21.193" v="3863" actId="1076"/>
          <ac:spMkLst>
            <pc:docMk/>
            <pc:sldMk cId="4140764975" sldId="264"/>
            <ac:spMk id="6" creationId="{0B07FC81-16B8-9F3D-FA16-FD4F9CF2FF7B}"/>
          </ac:spMkLst>
        </pc:spChg>
        <pc:spChg chg="add mod">
          <ac:chgData name="Aidan Anthony DeMuth" userId="2e96767d-25a4-4832-a28b-b5a00faeeeae" providerId="ADAL" clId="{35B3FF7B-409F-4EC2-9241-55920318792B}" dt="2026-04-27T18:45:10.253" v="3932" actId="1076"/>
          <ac:spMkLst>
            <pc:docMk/>
            <pc:sldMk cId="4140764975" sldId="264"/>
            <ac:spMk id="7" creationId="{3823E228-DCFE-2490-6619-FDC92D0F0901}"/>
          </ac:spMkLst>
        </pc:spChg>
        <pc:spChg chg="add mod">
          <ac:chgData name="Aidan Anthony DeMuth" userId="2e96767d-25a4-4832-a28b-b5a00faeeeae" providerId="ADAL" clId="{35B3FF7B-409F-4EC2-9241-55920318792B}" dt="2026-04-27T18:43:21.193" v="3863" actId="1076"/>
          <ac:spMkLst>
            <pc:docMk/>
            <pc:sldMk cId="4140764975" sldId="264"/>
            <ac:spMk id="10" creationId="{87558AF8-784A-DC30-CB0D-730C396EF863}"/>
          </ac:spMkLst>
        </pc:spChg>
        <pc:spChg chg="add mod">
          <ac:chgData name="Aidan Anthony DeMuth" userId="2e96767d-25a4-4832-a28b-b5a00faeeeae" providerId="ADAL" clId="{35B3FF7B-409F-4EC2-9241-55920318792B}" dt="2026-04-27T18:45:10.253" v="3932" actId="1076"/>
          <ac:spMkLst>
            <pc:docMk/>
            <pc:sldMk cId="4140764975" sldId="264"/>
            <ac:spMk id="11" creationId="{7F510FE0-27E4-5A03-3B17-16F134D9C5CA}"/>
          </ac:spMkLst>
        </pc:spChg>
        <pc:picChg chg="add mod ord">
          <ac:chgData name="Aidan Anthony DeMuth" userId="2e96767d-25a4-4832-a28b-b5a00faeeeae" providerId="ADAL" clId="{35B3FF7B-409F-4EC2-9241-55920318792B}" dt="2026-04-27T18:45:28.313" v="3938" actId="1076"/>
          <ac:picMkLst>
            <pc:docMk/>
            <pc:sldMk cId="4140764975" sldId="264"/>
            <ac:picMk id="5" creationId="{9A46894B-9A25-281E-A0C8-7FC6048E5376}"/>
          </ac:picMkLst>
        </pc:picChg>
        <pc:picChg chg="add mod">
          <ac:chgData name="Aidan Anthony DeMuth" userId="2e96767d-25a4-4832-a28b-b5a00faeeeae" providerId="ADAL" clId="{35B3FF7B-409F-4EC2-9241-55920318792B}" dt="2026-04-27T18:45:28.313" v="3938" actId="1076"/>
          <ac:picMkLst>
            <pc:docMk/>
            <pc:sldMk cId="4140764975" sldId="264"/>
            <ac:picMk id="9" creationId="{15845A06-9AFC-1BA1-8FB2-5921D929FC0F}"/>
          </ac:picMkLst>
        </pc:picChg>
        <pc:picChg chg="add mod">
          <ac:chgData name="Aidan Anthony DeMuth" userId="2e96767d-25a4-4832-a28b-b5a00faeeeae" providerId="ADAL" clId="{35B3FF7B-409F-4EC2-9241-55920318792B}" dt="2026-04-27T18:45:23.680" v="3937" actId="1076"/>
          <ac:picMkLst>
            <pc:docMk/>
            <pc:sldMk cId="4140764975" sldId="264"/>
            <ac:picMk id="12" creationId="{6F127763-1F8A-4B7C-F0DD-03DC90496322}"/>
          </ac:picMkLst>
        </pc:picChg>
        <pc:picChg chg="add">
          <ac:chgData name="Aidan Anthony DeMuth" userId="2e96767d-25a4-4832-a28b-b5a00faeeeae" providerId="ADAL" clId="{35B3FF7B-409F-4EC2-9241-55920318792B}" dt="2026-04-27T18:44:08.614" v="3921"/>
          <ac:picMkLst>
            <pc:docMk/>
            <pc:sldMk cId="4140764975" sldId="264"/>
            <ac:picMk id="1026" creationId="{681CF974-D081-F760-F281-38D22FC6828E}"/>
          </ac:picMkLst>
        </pc:picChg>
      </pc:sldChg>
      <pc:sldChg chg="addSp delSp modSp new mod modNotesTx">
        <pc:chgData name="Aidan Anthony DeMuth" userId="2e96767d-25a4-4832-a28b-b5a00faeeeae" providerId="ADAL" clId="{35B3FF7B-409F-4EC2-9241-55920318792B}" dt="2026-04-27T22:05:11.965" v="5029" actId="20577"/>
        <pc:sldMkLst>
          <pc:docMk/>
          <pc:sldMk cId="3140251602" sldId="265"/>
        </pc:sldMkLst>
        <pc:spChg chg="mod">
          <ac:chgData name="Aidan Anthony DeMuth" userId="2e96767d-25a4-4832-a28b-b5a00faeeeae" providerId="ADAL" clId="{35B3FF7B-409F-4EC2-9241-55920318792B}" dt="2026-04-26T01:34:24.210" v="3668" actId="1076"/>
          <ac:spMkLst>
            <pc:docMk/>
            <pc:sldMk cId="3140251602" sldId="265"/>
            <ac:spMk id="2" creationId="{0568ABDD-6F61-A6D4-7A53-86622AFFCC15}"/>
          </ac:spMkLst>
        </pc:spChg>
        <pc:spChg chg="add mod">
          <ac:chgData name="Aidan Anthony DeMuth" userId="2e96767d-25a4-4832-a28b-b5a00faeeeae" providerId="ADAL" clId="{35B3FF7B-409F-4EC2-9241-55920318792B}" dt="2026-04-27T19:14:48.445" v="4828" actId="1076"/>
          <ac:spMkLst>
            <pc:docMk/>
            <pc:sldMk cId="3140251602" sldId="265"/>
            <ac:spMk id="4" creationId="{43CA69A2-05B6-0AEE-33FF-CB5A4F296425}"/>
          </ac:spMkLst>
        </pc:spChg>
        <pc:spChg chg="add mod">
          <ac:chgData name="Aidan Anthony DeMuth" userId="2e96767d-25a4-4832-a28b-b5a00faeeeae" providerId="ADAL" clId="{35B3FF7B-409F-4EC2-9241-55920318792B}" dt="2026-04-27T19:19:36.056" v="4901" actId="20577"/>
          <ac:spMkLst>
            <pc:docMk/>
            <pc:sldMk cId="3140251602" sldId="265"/>
            <ac:spMk id="5" creationId="{C07B1708-5396-EF8F-4A3E-BEF3EAAE65AD}"/>
          </ac:spMkLst>
        </pc:spChg>
        <pc:spChg chg="add mod">
          <ac:chgData name="Aidan Anthony DeMuth" userId="2e96767d-25a4-4832-a28b-b5a00faeeeae" providerId="ADAL" clId="{35B3FF7B-409F-4EC2-9241-55920318792B}" dt="2026-04-27T18:48:01.447" v="3953" actId="1076"/>
          <ac:spMkLst>
            <pc:docMk/>
            <pc:sldMk cId="3140251602" sldId="265"/>
            <ac:spMk id="6" creationId="{5700171B-347F-AFA9-9705-577BBE9D6300}"/>
          </ac:spMkLst>
        </pc:spChg>
        <pc:spChg chg="add mod">
          <ac:chgData name="Aidan Anthony DeMuth" userId="2e96767d-25a4-4832-a28b-b5a00faeeeae" providerId="ADAL" clId="{35B3FF7B-409F-4EC2-9241-55920318792B}" dt="2026-04-27T18:48:04.973" v="3954" actId="1076"/>
          <ac:spMkLst>
            <pc:docMk/>
            <pc:sldMk cId="3140251602" sldId="265"/>
            <ac:spMk id="7" creationId="{45797828-10B8-D31E-87C4-16BFD1584528}"/>
          </ac:spMkLst>
        </pc:spChg>
      </pc:sldChg>
      <pc:sldChg chg="addSp delSp modSp new mod ord modNotesTx">
        <pc:chgData name="Aidan Anthony DeMuth" userId="2e96767d-25a4-4832-a28b-b5a00faeeeae" providerId="ADAL" clId="{35B3FF7B-409F-4EC2-9241-55920318792B}" dt="2026-04-27T22:19:26.358" v="5093" actId="20577"/>
        <pc:sldMkLst>
          <pc:docMk/>
          <pc:sldMk cId="1372096253" sldId="266"/>
        </pc:sldMkLst>
        <pc:spChg chg="mod">
          <ac:chgData name="Aidan Anthony DeMuth" userId="2e96767d-25a4-4832-a28b-b5a00faeeeae" providerId="ADAL" clId="{35B3FF7B-409F-4EC2-9241-55920318792B}" dt="2026-04-27T22:19:26.358" v="5093" actId="20577"/>
          <ac:spMkLst>
            <pc:docMk/>
            <pc:sldMk cId="1372096253" sldId="266"/>
            <ac:spMk id="2" creationId="{FBDFCCD2-CA48-C40E-1734-B2DFA505732A}"/>
          </ac:spMkLst>
        </pc:spChg>
        <pc:spChg chg="mod">
          <ac:chgData name="Aidan Anthony DeMuth" userId="2e96767d-25a4-4832-a28b-b5a00faeeeae" providerId="ADAL" clId="{35B3FF7B-409F-4EC2-9241-55920318792B}" dt="2026-04-27T19:13:20.355" v="4802" actId="20577"/>
          <ac:spMkLst>
            <pc:docMk/>
            <pc:sldMk cId="1372096253" sldId="266"/>
            <ac:spMk id="3" creationId="{2654172E-3D72-3539-DF8E-8502C98143B0}"/>
          </ac:spMkLst>
        </pc:spChg>
        <pc:spChg chg="add mod">
          <ac:chgData name="Aidan Anthony DeMuth" userId="2e96767d-25a4-4832-a28b-b5a00faeeeae" providerId="ADAL" clId="{35B3FF7B-409F-4EC2-9241-55920318792B}" dt="2026-04-26T01:25:53.761" v="3461" actId="20577"/>
          <ac:spMkLst>
            <pc:docMk/>
            <pc:sldMk cId="1372096253" sldId="266"/>
            <ac:spMk id="4" creationId="{CB0E9E1B-AEA5-D7FE-6C6F-264FA99A2A45}"/>
          </ac:spMkLst>
        </pc:spChg>
        <pc:spChg chg="add mod">
          <ac:chgData name="Aidan Anthony DeMuth" userId="2e96767d-25a4-4832-a28b-b5a00faeeeae" providerId="ADAL" clId="{35B3FF7B-409F-4EC2-9241-55920318792B}" dt="2026-04-27T19:13:35.255" v="4816" actId="20577"/>
          <ac:spMkLst>
            <pc:docMk/>
            <pc:sldMk cId="1372096253" sldId="266"/>
            <ac:spMk id="5" creationId="{45265AFE-8498-E4DB-9F29-50FFEB6B1AC3}"/>
          </ac:spMkLst>
        </pc:spChg>
        <pc:spChg chg="add del mod">
          <ac:chgData name="Aidan Anthony DeMuth" userId="2e96767d-25a4-4832-a28b-b5a00faeeeae" providerId="ADAL" clId="{35B3FF7B-409F-4EC2-9241-55920318792B}" dt="2026-04-27T19:10:00.725" v="4696" actId="478"/>
          <ac:spMkLst>
            <pc:docMk/>
            <pc:sldMk cId="1372096253" sldId="266"/>
            <ac:spMk id="6" creationId="{1F4F921E-4DB0-AA82-37F4-9C58D5E0FA58}"/>
          </ac:spMkLst>
        </pc:spChg>
        <pc:spChg chg="add del mod">
          <ac:chgData name="Aidan Anthony DeMuth" userId="2e96767d-25a4-4832-a28b-b5a00faeeeae" providerId="ADAL" clId="{35B3FF7B-409F-4EC2-9241-55920318792B}" dt="2026-04-27T19:11:10.067" v="4717" actId="478"/>
          <ac:spMkLst>
            <pc:docMk/>
            <pc:sldMk cId="1372096253" sldId="266"/>
            <ac:spMk id="7" creationId="{5F92EA5D-824D-BE6C-8F7E-2091278076BD}"/>
          </ac:spMkLst>
        </pc:spChg>
        <pc:picChg chg="add mod modCrop">
          <ac:chgData name="Aidan Anthony DeMuth" userId="2e96767d-25a4-4832-a28b-b5a00faeeeae" providerId="ADAL" clId="{35B3FF7B-409F-4EC2-9241-55920318792B}" dt="2026-04-27T19:10:47.733" v="4709" actId="1076"/>
          <ac:picMkLst>
            <pc:docMk/>
            <pc:sldMk cId="1372096253" sldId="266"/>
            <ac:picMk id="10" creationId="{CF6212EA-B554-596A-DBBE-A9AA69BE077C}"/>
          </ac:picMkLst>
        </pc:picChg>
        <pc:picChg chg="add mod modCrop">
          <ac:chgData name="Aidan Anthony DeMuth" userId="2e96767d-25a4-4832-a28b-b5a00faeeeae" providerId="ADAL" clId="{35B3FF7B-409F-4EC2-9241-55920318792B}" dt="2026-04-27T19:11:04.339" v="4714" actId="14100"/>
          <ac:picMkLst>
            <pc:docMk/>
            <pc:sldMk cId="1372096253" sldId="266"/>
            <ac:picMk id="12" creationId="{83BF299D-FBC9-713B-454B-28311B9507AD}"/>
          </ac:picMkLst>
        </pc:picChg>
        <pc:picChg chg="add mod modCrop">
          <ac:chgData name="Aidan Anthony DeMuth" userId="2e96767d-25a4-4832-a28b-b5a00faeeeae" providerId="ADAL" clId="{35B3FF7B-409F-4EC2-9241-55920318792B}" dt="2026-04-27T19:11:27.159" v="4722" actId="1076"/>
          <ac:picMkLst>
            <pc:docMk/>
            <pc:sldMk cId="1372096253" sldId="266"/>
            <ac:picMk id="14" creationId="{555C2089-1002-ABDD-8AA0-E34D10ECB526}"/>
          </ac:picMkLst>
        </pc:picChg>
      </pc:sldChg>
      <pc:sldChg chg="addSp delSp modSp add mod modNotesTx">
        <pc:chgData name="Aidan Anthony DeMuth" userId="2e96767d-25a4-4832-a28b-b5a00faeeeae" providerId="ADAL" clId="{35B3FF7B-409F-4EC2-9241-55920318792B}" dt="2026-04-27T22:04:26.332" v="4980" actId="20577"/>
        <pc:sldMkLst>
          <pc:docMk/>
          <pc:sldMk cId="1514364826" sldId="267"/>
        </pc:sldMkLst>
        <pc:spChg chg="mod">
          <ac:chgData name="Aidan Anthony DeMuth" userId="2e96767d-25a4-4832-a28b-b5a00faeeeae" providerId="ADAL" clId="{35B3FF7B-409F-4EC2-9241-55920318792B}" dt="2026-04-27T18:52:10.264" v="4465" actId="20577"/>
          <ac:spMkLst>
            <pc:docMk/>
            <pc:sldMk cId="1514364826" sldId="267"/>
            <ac:spMk id="2" creationId="{BF6DECC9-BC84-760F-4A55-2097A33FD6F4}"/>
          </ac:spMkLst>
        </pc:spChg>
        <pc:spChg chg="add del mod">
          <ac:chgData name="Aidan Anthony DeMuth" userId="2e96767d-25a4-4832-a28b-b5a00faeeeae" providerId="ADAL" clId="{35B3FF7B-409F-4EC2-9241-55920318792B}" dt="2026-04-27T19:02:30.845" v="4553" actId="478"/>
          <ac:spMkLst>
            <pc:docMk/>
            <pc:sldMk cId="1514364826" sldId="267"/>
            <ac:spMk id="3" creationId="{CD012A18-47F0-A70B-2721-C1CACED127EC}"/>
          </ac:spMkLst>
        </pc:spChg>
        <pc:spChg chg="add mod">
          <ac:chgData name="Aidan Anthony DeMuth" userId="2e96767d-25a4-4832-a28b-b5a00faeeeae" providerId="ADAL" clId="{35B3FF7B-409F-4EC2-9241-55920318792B}" dt="2026-04-27T19:07:27.144" v="4677" actId="14100"/>
          <ac:spMkLst>
            <pc:docMk/>
            <pc:sldMk cId="1514364826" sldId="267"/>
            <ac:spMk id="9" creationId="{7FCC3F66-C737-C573-2860-2B1641055DAD}"/>
          </ac:spMkLst>
        </pc:spChg>
        <pc:spChg chg="add mod">
          <ac:chgData name="Aidan Anthony DeMuth" userId="2e96767d-25a4-4832-a28b-b5a00faeeeae" providerId="ADAL" clId="{35B3FF7B-409F-4EC2-9241-55920318792B}" dt="2026-04-27T19:07:32.484" v="4678" actId="1076"/>
          <ac:spMkLst>
            <pc:docMk/>
            <pc:sldMk cId="1514364826" sldId="267"/>
            <ac:spMk id="10" creationId="{0FFDE8DD-FE43-2388-0BF0-D5C170B56E23}"/>
          </ac:spMkLst>
        </pc:spChg>
        <pc:picChg chg="add mod">
          <ac:chgData name="Aidan Anthony DeMuth" userId="2e96767d-25a4-4832-a28b-b5a00faeeeae" providerId="ADAL" clId="{35B3FF7B-409F-4EC2-9241-55920318792B}" dt="2026-04-27T19:02:53.525" v="4564" actId="1076"/>
          <ac:picMkLst>
            <pc:docMk/>
            <pc:sldMk cId="1514364826" sldId="267"/>
            <ac:picMk id="6" creationId="{C01B8F91-C292-D783-46FB-F21C4A6B0B3E}"/>
          </ac:picMkLst>
        </pc:picChg>
        <pc:picChg chg="add mod">
          <ac:chgData name="Aidan Anthony DeMuth" userId="2e96767d-25a4-4832-a28b-b5a00faeeeae" providerId="ADAL" clId="{35B3FF7B-409F-4EC2-9241-55920318792B}" dt="2026-04-27T19:02:56.334" v="4566" actId="1076"/>
          <ac:picMkLst>
            <pc:docMk/>
            <pc:sldMk cId="1514364826" sldId="267"/>
            <ac:picMk id="8" creationId="{54A23B4F-295B-0944-52AD-E38B73D73670}"/>
          </ac:picMkLst>
        </pc:picChg>
      </pc:sldChg>
      <pc:sldChg chg="addSp modSp new mod modNotesTx">
        <pc:chgData name="Aidan Anthony DeMuth" userId="2e96767d-25a4-4832-a28b-b5a00faeeeae" providerId="ADAL" clId="{35B3FF7B-409F-4EC2-9241-55920318792B}" dt="2026-04-27T22:04:31.271" v="4994" actId="20577"/>
        <pc:sldMkLst>
          <pc:docMk/>
          <pc:sldMk cId="2293740627" sldId="268"/>
        </pc:sldMkLst>
        <pc:spChg chg="mod">
          <ac:chgData name="Aidan Anthony DeMuth" userId="2e96767d-25a4-4832-a28b-b5a00faeeeae" providerId="ADAL" clId="{35B3FF7B-409F-4EC2-9241-55920318792B}" dt="2026-04-26T00:22:18.507" v="1196" actId="1076"/>
          <ac:spMkLst>
            <pc:docMk/>
            <pc:sldMk cId="2293740627" sldId="268"/>
            <ac:spMk id="2" creationId="{F6B55E07-1A4D-D003-AD7D-EB9872E18D82}"/>
          </ac:spMkLst>
        </pc:spChg>
        <pc:spChg chg="mod">
          <ac:chgData name="Aidan Anthony DeMuth" userId="2e96767d-25a4-4832-a28b-b5a00faeeeae" providerId="ADAL" clId="{35B3FF7B-409F-4EC2-9241-55920318792B}" dt="2026-04-27T18:52:40.657" v="4551" actId="20577"/>
          <ac:spMkLst>
            <pc:docMk/>
            <pc:sldMk cId="2293740627" sldId="268"/>
            <ac:spMk id="3" creationId="{83315E58-5AD3-2F41-A21D-2BD4979EAD09}"/>
          </ac:spMkLst>
        </pc:spChg>
        <pc:spChg chg="mod">
          <ac:chgData name="Aidan Anthony DeMuth" userId="2e96767d-25a4-4832-a28b-b5a00faeeeae" providerId="ADAL" clId="{35B3FF7B-409F-4EC2-9241-55920318792B}" dt="2026-04-27T18:41:40.325" v="3724" actId="1076"/>
          <ac:spMkLst>
            <pc:docMk/>
            <pc:sldMk cId="2293740627" sldId="268"/>
            <ac:spMk id="4" creationId="{3A133D78-507C-9D25-50CF-D6F3431C22AB}"/>
          </ac:spMkLst>
        </pc:spChg>
        <pc:spChg chg="add mod">
          <ac:chgData name="Aidan Anthony DeMuth" userId="2e96767d-25a4-4832-a28b-b5a00faeeeae" providerId="ADAL" clId="{35B3FF7B-409F-4EC2-9241-55920318792B}" dt="2026-04-27T18:41:40.325" v="3724" actId="1076"/>
          <ac:spMkLst>
            <pc:docMk/>
            <pc:sldMk cId="2293740627" sldId="268"/>
            <ac:spMk id="5" creationId="{8959202A-F5E0-678F-3C75-24ABB173314A}"/>
          </ac:spMkLst>
        </pc:spChg>
        <pc:spChg chg="add mod">
          <ac:chgData name="Aidan Anthony DeMuth" userId="2e96767d-25a4-4832-a28b-b5a00faeeeae" providerId="ADAL" clId="{35B3FF7B-409F-4EC2-9241-55920318792B}" dt="2026-04-27T18:41:40.325" v="3724" actId="1076"/>
          <ac:spMkLst>
            <pc:docMk/>
            <pc:sldMk cId="2293740627" sldId="268"/>
            <ac:spMk id="6" creationId="{58188C4F-43E1-1BA9-BB45-580FBD01F2DD}"/>
          </ac:spMkLst>
        </pc:spChg>
      </pc:sldChg>
      <pc:sldChg chg="addSp modSp mod">
        <pc:chgData name="Aidan Anthony DeMuth" userId="2e96767d-25a4-4832-a28b-b5a00faeeeae" providerId="ADAL" clId="{35B3FF7B-409F-4EC2-9241-55920318792B}" dt="2026-04-27T19:15:51.933" v="4832" actId="1076"/>
        <pc:sldMkLst>
          <pc:docMk/>
          <pc:sldMk cId="3661676039" sldId="269"/>
        </pc:sldMkLst>
        <pc:picChg chg="add mod">
          <ac:chgData name="Aidan Anthony DeMuth" userId="2e96767d-25a4-4832-a28b-b5a00faeeeae" providerId="ADAL" clId="{35B3FF7B-409F-4EC2-9241-55920318792B}" dt="2026-04-27T19:15:51.933" v="4832" actId="1076"/>
          <ac:picMkLst>
            <pc:docMk/>
            <pc:sldMk cId="3661676039" sldId="269"/>
            <ac:picMk id="5" creationId="{0A72E21E-58F9-8795-25D0-DAC8568E7320}"/>
          </ac:picMkLst>
        </pc:picChg>
      </pc:sldChg>
    </pc:docChg>
  </pc:docChgLst>
  <pc:docChgLst>
    <pc:chgData name="Thomas Finian Gaffney" userId="41602e65-0661-4335-910f-e6e371e97e60" providerId="ADAL" clId="{6B48B0C5-D67D-4B10-BB0E-817E470583AC}"/>
    <pc:docChg chg="undo redo custSel addSld modSld">
      <pc:chgData name="Thomas Finian Gaffney" userId="41602e65-0661-4335-910f-e6e371e97e60" providerId="ADAL" clId="{6B48B0C5-D67D-4B10-BB0E-817E470583AC}" dt="2026-04-27T22:21:58.492" v="2675" actId="1038"/>
      <pc:docMkLst>
        <pc:docMk/>
      </pc:docMkLst>
      <pc:sldChg chg="addSp delSp modSp mod">
        <pc:chgData name="Thomas Finian Gaffney" userId="41602e65-0661-4335-910f-e6e371e97e60" providerId="ADAL" clId="{6B48B0C5-D67D-4B10-BB0E-817E470583AC}" dt="2026-04-27T19:02:21.963" v="2646" actId="1035"/>
        <pc:sldMkLst>
          <pc:docMk/>
          <pc:sldMk cId="629317642" sldId="259"/>
        </pc:sldMkLst>
        <pc:spChg chg="mod">
          <ac:chgData name="Thomas Finian Gaffney" userId="41602e65-0661-4335-910f-e6e371e97e60" providerId="ADAL" clId="{6B48B0C5-D67D-4B10-BB0E-817E470583AC}" dt="2026-04-27T19:02:19.010" v="2639" actId="1035"/>
          <ac:spMkLst>
            <pc:docMk/>
            <pc:sldMk cId="629317642" sldId="259"/>
            <ac:spMk id="2" creationId="{4E273BC9-4F49-73B9-74D8-B041E0E7CE01}"/>
          </ac:spMkLst>
        </pc:spChg>
        <pc:spChg chg="mod">
          <ac:chgData name="Thomas Finian Gaffney" userId="41602e65-0661-4335-910f-e6e371e97e60" providerId="ADAL" clId="{6B48B0C5-D67D-4B10-BB0E-817E470583AC}" dt="2026-04-27T19:02:21.963" v="2646" actId="1035"/>
          <ac:spMkLst>
            <pc:docMk/>
            <pc:sldMk cId="629317642" sldId="259"/>
            <ac:spMk id="3" creationId="{B054743E-B7D2-3758-5FE6-A4A1A8A66198}"/>
          </ac:spMkLst>
        </pc:spChg>
        <pc:spChg chg="del mod">
          <ac:chgData name="Thomas Finian Gaffney" userId="41602e65-0661-4335-910f-e6e371e97e60" providerId="ADAL" clId="{6B48B0C5-D67D-4B10-BB0E-817E470583AC}" dt="2026-04-27T18:52:03.084" v="2409" actId="478"/>
          <ac:spMkLst>
            <pc:docMk/>
            <pc:sldMk cId="629317642" sldId="259"/>
            <ac:spMk id="4" creationId="{1B6415F1-C6AE-EEB3-6FC5-BB258554A087}"/>
          </ac:spMkLst>
        </pc:spChg>
        <pc:spChg chg="del">
          <ac:chgData name="Thomas Finian Gaffney" userId="41602e65-0661-4335-910f-e6e371e97e60" providerId="ADAL" clId="{6B48B0C5-D67D-4B10-BB0E-817E470583AC}" dt="2026-04-27T01:00:51.751" v="618" actId="478"/>
          <ac:spMkLst>
            <pc:docMk/>
            <pc:sldMk cId="629317642" sldId="259"/>
            <ac:spMk id="5" creationId="{2AA1FD04-0528-282C-2F7E-084C8A603CFC}"/>
          </ac:spMkLst>
        </pc:spChg>
        <pc:spChg chg="add del mod">
          <ac:chgData name="Thomas Finian Gaffney" userId="41602e65-0661-4335-910f-e6e371e97e60" providerId="ADAL" clId="{6B48B0C5-D67D-4B10-BB0E-817E470583AC}" dt="2026-04-27T18:49:12.293" v="2254"/>
          <ac:spMkLst>
            <pc:docMk/>
            <pc:sldMk cId="629317642" sldId="259"/>
            <ac:spMk id="5" creationId="{B5A5864E-7E12-EBDB-7A3A-D7C4BE6E4474}"/>
          </ac:spMkLst>
        </pc:spChg>
        <pc:spChg chg="add mod">
          <ac:chgData name="Thomas Finian Gaffney" userId="41602e65-0661-4335-910f-e6e371e97e60" providerId="ADAL" clId="{6B48B0C5-D67D-4B10-BB0E-817E470583AC}" dt="2026-04-27T18:49:10.765" v="2252" actId="20577"/>
          <ac:spMkLst>
            <pc:docMk/>
            <pc:sldMk cId="629317642" sldId="259"/>
            <ac:spMk id="7" creationId="{623F23B7-26A3-CFF9-D9B4-FF07598095EB}"/>
          </ac:spMkLst>
        </pc:spChg>
        <pc:picChg chg="add del mod">
          <ac:chgData name="Thomas Finian Gaffney" userId="41602e65-0661-4335-910f-e6e371e97e60" providerId="ADAL" clId="{6B48B0C5-D67D-4B10-BB0E-817E470583AC}" dt="2026-04-27T18:53:00.857" v="2410" actId="478"/>
          <ac:picMkLst>
            <pc:docMk/>
            <pc:sldMk cId="629317642" sldId="259"/>
            <ac:picMk id="8" creationId="{5BC94B73-3876-B41F-3219-5484D75E71BE}"/>
          </ac:picMkLst>
        </pc:picChg>
        <pc:picChg chg="add mod">
          <ac:chgData name="Thomas Finian Gaffney" userId="41602e65-0661-4335-910f-e6e371e97e60" providerId="ADAL" clId="{6B48B0C5-D67D-4B10-BB0E-817E470583AC}" dt="2026-04-27T18:53:16.812" v="2415" actId="1076"/>
          <ac:picMkLst>
            <pc:docMk/>
            <pc:sldMk cId="629317642" sldId="259"/>
            <ac:picMk id="10" creationId="{A293221F-03D2-05FD-A12F-49BA00B9B8F1}"/>
          </ac:picMkLst>
        </pc:picChg>
      </pc:sldChg>
      <pc:sldChg chg="addSp modSp mod">
        <pc:chgData name="Thomas Finian Gaffney" userId="41602e65-0661-4335-910f-e6e371e97e60" providerId="ADAL" clId="{6B48B0C5-D67D-4B10-BB0E-817E470583AC}" dt="2026-04-27T18:14:51.029" v="770" actId="1035"/>
        <pc:sldMkLst>
          <pc:docMk/>
          <pc:sldMk cId="3517830956" sldId="260"/>
        </pc:sldMkLst>
        <pc:spChg chg="add mod">
          <ac:chgData name="Thomas Finian Gaffney" userId="41602e65-0661-4335-910f-e6e371e97e60" providerId="ADAL" clId="{6B48B0C5-D67D-4B10-BB0E-817E470583AC}" dt="2026-04-27T01:15:02.538" v="747" actId="1038"/>
          <ac:spMkLst>
            <pc:docMk/>
            <pc:sldMk cId="3517830956" sldId="260"/>
            <ac:spMk id="3" creationId="{97B3848B-3024-9323-03D0-8892226F525D}"/>
          </ac:spMkLst>
        </pc:spChg>
        <pc:spChg chg="mod">
          <ac:chgData name="Thomas Finian Gaffney" userId="41602e65-0661-4335-910f-e6e371e97e60" providerId="ADAL" clId="{6B48B0C5-D67D-4B10-BB0E-817E470583AC}" dt="2026-04-27T01:15:08.488" v="749" actId="1037"/>
          <ac:spMkLst>
            <pc:docMk/>
            <pc:sldMk cId="3517830956" sldId="260"/>
            <ac:spMk id="12" creationId="{AADFA7C8-093A-176A-D6EF-28EA393DF9DE}"/>
          </ac:spMkLst>
        </pc:spChg>
        <pc:spChg chg="mod">
          <ac:chgData name="Thomas Finian Gaffney" userId="41602e65-0661-4335-910f-e6e371e97e60" providerId="ADAL" clId="{6B48B0C5-D67D-4B10-BB0E-817E470583AC}" dt="2026-04-27T01:15:02.538" v="747" actId="1038"/>
          <ac:spMkLst>
            <pc:docMk/>
            <pc:sldMk cId="3517830956" sldId="260"/>
            <ac:spMk id="21" creationId="{AE4A61EA-E316-1605-F26A-4221804B5372}"/>
          </ac:spMkLst>
        </pc:spChg>
        <pc:picChg chg="add mod">
          <ac:chgData name="Thomas Finian Gaffney" userId="41602e65-0661-4335-910f-e6e371e97e60" providerId="ADAL" clId="{6B48B0C5-D67D-4B10-BB0E-817E470583AC}" dt="2026-04-27T18:14:48.548" v="767" actId="1038"/>
          <ac:picMkLst>
            <pc:docMk/>
            <pc:sldMk cId="3517830956" sldId="260"/>
            <ac:picMk id="4" creationId="{14EB4478-9144-2244-39A0-D6F2BD288814}"/>
          </ac:picMkLst>
        </pc:picChg>
        <pc:picChg chg="add mod">
          <ac:chgData name="Thomas Finian Gaffney" userId="41602e65-0661-4335-910f-e6e371e97e60" providerId="ADAL" clId="{6B48B0C5-D67D-4B10-BB0E-817E470583AC}" dt="2026-04-27T18:14:51.029" v="770" actId="1035"/>
          <ac:picMkLst>
            <pc:docMk/>
            <pc:sldMk cId="3517830956" sldId="260"/>
            <ac:picMk id="7" creationId="{AE12AA39-BB3F-3C87-7B39-34D59051CE48}"/>
          </ac:picMkLst>
        </pc:picChg>
        <pc:picChg chg="mod">
          <ac:chgData name="Thomas Finian Gaffney" userId="41602e65-0661-4335-910f-e6e371e97e60" providerId="ADAL" clId="{6B48B0C5-D67D-4B10-BB0E-817E470583AC}" dt="2026-04-27T01:15:02.538" v="747" actId="1038"/>
          <ac:picMkLst>
            <pc:docMk/>
            <pc:sldMk cId="3517830956" sldId="260"/>
            <ac:picMk id="20" creationId="{C6CE9F98-CA7A-344D-F13E-8385BD56BC6E}"/>
          </ac:picMkLst>
        </pc:picChg>
        <pc:picChg chg="mod">
          <ac:chgData name="Thomas Finian Gaffney" userId="41602e65-0661-4335-910f-e6e371e97e60" providerId="ADAL" clId="{6B48B0C5-D67D-4B10-BB0E-817E470583AC}" dt="2026-04-27T01:15:02.538" v="747" actId="1038"/>
          <ac:picMkLst>
            <pc:docMk/>
            <pc:sldMk cId="3517830956" sldId="260"/>
            <ac:picMk id="25" creationId="{8E5B3EA4-9710-9733-0F12-90CF88E2C1B0}"/>
          </ac:picMkLst>
        </pc:picChg>
        <pc:picChg chg="add mod">
          <ac:chgData name="Thomas Finian Gaffney" userId="41602e65-0661-4335-910f-e6e371e97e60" providerId="ADAL" clId="{6B48B0C5-D67D-4B10-BB0E-817E470583AC}" dt="2026-04-27T01:15:02.538" v="747" actId="1038"/>
          <ac:picMkLst>
            <pc:docMk/>
            <pc:sldMk cId="3517830956" sldId="260"/>
            <ac:picMk id="1026" creationId="{F077F996-19E2-CEA5-2841-2991E0FF1378}"/>
          </ac:picMkLst>
        </pc:picChg>
      </pc:sldChg>
      <pc:sldChg chg="modSp mod">
        <pc:chgData name="Thomas Finian Gaffney" userId="41602e65-0661-4335-910f-e6e371e97e60" providerId="ADAL" clId="{6B48B0C5-D67D-4B10-BB0E-817E470583AC}" dt="2026-04-27T22:21:58.492" v="2675" actId="1038"/>
        <pc:sldMkLst>
          <pc:docMk/>
          <pc:sldMk cId="241350245" sldId="262"/>
        </pc:sldMkLst>
        <pc:spChg chg="mod">
          <ac:chgData name="Thomas Finian Gaffney" userId="41602e65-0661-4335-910f-e6e371e97e60" providerId="ADAL" clId="{6B48B0C5-D67D-4B10-BB0E-817E470583AC}" dt="2026-04-27T18:15:06.282" v="786" actId="20577"/>
          <ac:spMkLst>
            <pc:docMk/>
            <pc:sldMk cId="241350245" sldId="262"/>
            <ac:spMk id="3" creationId="{3A4E0845-B666-01BB-7CD0-FD85D8161AE0}"/>
          </ac:spMkLst>
        </pc:spChg>
        <pc:picChg chg="mod">
          <ac:chgData name="Thomas Finian Gaffney" userId="41602e65-0661-4335-910f-e6e371e97e60" providerId="ADAL" clId="{6B48B0C5-D67D-4B10-BB0E-817E470583AC}" dt="2026-04-27T22:21:58.492" v="2675" actId="1038"/>
          <ac:picMkLst>
            <pc:docMk/>
            <pc:sldMk cId="241350245" sldId="262"/>
            <ac:picMk id="5" creationId="{3FB75244-56E4-2CC3-D2D9-0242D98F006A}"/>
          </ac:picMkLst>
        </pc:picChg>
      </pc:sldChg>
      <pc:sldChg chg="addSp delSp modSp mod">
        <pc:chgData name="Thomas Finian Gaffney" userId="41602e65-0661-4335-910f-e6e371e97e60" providerId="ADAL" clId="{6B48B0C5-D67D-4B10-BB0E-817E470583AC}" dt="2026-04-27T19:00:15.618" v="2625" actId="20577"/>
        <pc:sldMkLst>
          <pc:docMk/>
          <pc:sldMk cId="1701656405" sldId="263"/>
        </pc:sldMkLst>
        <pc:spChg chg="mod">
          <ac:chgData name="Thomas Finian Gaffney" userId="41602e65-0661-4335-910f-e6e371e97e60" providerId="ADAL" clId="{6B48B0C5-D67D-4B10-BB0E-817E470583AC}" dt="2026-04-27T19:00:15.618" v="2625" actId="20577"/>
          <ac:spMkLst>
            <pc:docMk/>
            <pc:sldMk cId="1701656405" sldId="263"/>
            <ac:spMk id="3" creationId="{566C82CE-758A-F16F-29EF-F387A228CCB3}"/>
          </ac:spMkLst>
        </pc:spChg>
        <pc:picChg chg="add del mod">
          <ac:chgData name="Thomas Finian Gaffney" userId="41602e65-0661-4335-910f-e6e371e97e60" providerId="ADAL" clId="{6B48B0C5-D67D-4B10-BB0E-817E470583AC}" dt="2026-04-27T18:38:39.865" v="2079" actId="478"/>
          <ac:picMkLst>
            <pc:docMk/>
            <pc:sldMk cId="1701656405" sldId="263"/>
            <ac:picMk id="5" creationId="{789FD719-2C58-2505-B6A0-2D75A6662289}"/>
          </ac:picMkLst>
        </pc:picChg>
        <pc:picChg chg="add del mod">
          <ac:chgData name="Thomas Finian Gaffney" userId="41602e65-0661-4335-910f-e6e371e97e60" providerId="ADAL" clId="{6B48B0C5-D67D-4B10-BB0E-817E470583AC}" dt="2026-04-27T18:40:45.329" v="2086" actId="478"/>
          <ac:picMkLst>
            <pc:docMk/>
            <pc:sldMk cId="1701656405" sldId="263"/>
            <ac:picMk id="6" creationId="{D125258F-3467-D64F-2BC5-DD5EF3ACDBA9}"/>
          </ac:picMkLst>
        </pc:picChg>
        <pc:picChg chg="add mod modCrop">
          <ac:chgData name="Thomas Finian Gaffney" userId="41602e65-0661-4335-910f-e6e371e97e60" providerId="ADAL" clId="{6B48B0C5-D67D-4B10-BB0E-817E470583AC}" dt="2026-04-27T18:43:45.919" v="2098" actId="1076"/>
          <ac:picMkLst>
            <pc:docMk/>
            <pc:sldMk cId="1701656405" sldId="263"/>
            <ac:picMk id="8" creationId="{C715D616-76A5-07C2-8E42-A014D6D95B05}"/>
          </ac:picMkLst>
        </pc:picChg>
        <pc:picChg chg="add mod">
          <ac:chgData name="Thomas Finian Gaffney" userId="41602e65-0661-4335-910f-e6e371e97e60" providerId="ADAL" clId="{6B48B0C5-D67D-4B10-BB0E-817E470583AC}" dt="2026-04-27T18:43:47.895" v="2103" actId="1036"/>
          <ac:picMkLst>
            <pc:docMk/>
            <pc:sldMk cId="1701656405" sldId="263"/>
            <ac:picMk id="2050" creationId="{B6364CFF-3F45-DF31-3571-CE51E34E3C3F}"/>
          </ac:picMkLst>
        </pc:picChg>
      </pc:sldChg>
      <pc:sldChg chg="modSp mod">
        <pc:chgData name="Thomas Finian Gaffney" userId="41602e65-0661-4335-910f-e6e371e97e60" providerId="ADAL" clId="{6B48B0C5-D67D-4B10-BB0E-817E470583AC}" dt="2026-04-27T22:19:40.680" v="2673" actId="20577"/>
        <pc:sldMkLst>
          <pc:docMk/>
          <pc:sldMk cId="4140764975" sldId="264"/>
        </pc:sldMkLst>
        <pc:spChg chg="mod">
          <ac:chgData name="Thomas Finian Gaffney" userId="41602e65-0661-4335-910f-e6e371e97e60" providerId="ADAL" clId="{6B48B0C5-D67D-4B10-BB0E-817E470583AC}" dt="2026-04-27T22:19:40.680" v="2673" actId="20577"/>
          <ac:spMkLst>
            <pc:docMk/>
            <pc:sldMk cId="4140764975" sldId="264"/>
            <ac:spMk id="2" creationId="{44D2B1FF-5816-4B92-6149-B021B9F416F9}"/>
          </ac:spMkLst>
        </pc:spChg>
        <pc:spChg chg="mod">
          <ac:chgData name="Thomas Finian Gaffney" userId="41602e65-0661-4335-910f-e6e371e97e60" providerId="ADAL" clId="{6B48B0C5-D67D-4B10-BB0E-817E470583AC}" dt="2026-04-27T18:36:50.654" v="2054" actId="20577"/>
          <ac:spMkLst>
            <pc:docMk/>
            <pc:sldMk cId="4140764975" sldId="264"/>
            <ac:spMk id="6" creationId="{0B07FC81-16B8-9F3D-FA16-FD4F9CF2FF7B}"/>
          </ac:spMkLst>
        </pc:spChg>
      </pc:sldChg>
      <pc:sldChg chg="addSp delSp modSp mod">
        <pc:chgData name="Thomas Finian Gaffney" userId="41602e65-0661-4335-910f-e6e371e97e60" providerId="ADAL" clId="{6B48B0C5-D67D-4B10-BB0E-817E470583AC}" dt="2026-04-27T18:57:51.646" v="2582" actId="1076"/>
        <pc:sldMkLst>
          <pc:docMk/>
          <pc:sldMk cId="1372096253" sldId="266"/>
        </pc:sldMkLst>
        <pc:spChg chg="mod">
          <ac:chgData name="Thomas Finian Gaffney" userId="41602e65-0661-4335-910f-e6e371e97e60" providerId="ADAL" clId="{6B48B0C5-D67D-4B10-BB0E-817E470583AC}" dt="2026-04-27T18:29:20.973" v="1645" actId="20577"/>
          <ac:spMkLst>
            <pc:docMk/>
            <pc:sldMk cId="1372096253" sldId="266"/>
            <ac:spMk id="4" creationId="{CB0E9E1B-AEA5-D7FE-6C6F-264FA99A2A45}"/>
          </ac:spMkLst>
        </pc:spChg>
        <pc:spChg chg="mod">
          <ac:chgData name="Thomas Finian Gaffney" userId="41602e65-0661-4335-910f-e6e371e97e60" providerId="ADAL" clId="{6B48B0C5-D67D-4B10-BB0E-817E470583AC}" dt="2026-04-27T18:57:05.779" v="2570" actId="14100"/>
          <ac:spMkLst>
            <pc:docMk/>
            <pc:sldMk cId="1372096253" sldId="266"/>
            <ac:spMk id="7" creationId="{5F92EA5D-824D-BE6C-8F7E-2091278076BD}"/>
          </ac:spMkLst>
        </pc:spChg>
        <pc:picChg chg="add del">
          <ac:chgData name="Thomas Finian Gaffney" userId="41602e65-0661-4335-910f-e6e371e97e60" providerId="ADAL" clId="{6B48B0C5-D67D-4B10-BB0E-817E470583AC}" dt="2026-04-27T18:57:07.423" v="2572" actId="22"/>
          <ac:picMkLst>
            <pc:docMk/>
            <pc:sldMk cId="1372096253" sldId="266"/>
            <ac:picMk id="10" creationId="{3151FC7A-B7C2-68F5-2281-8A711E56646C}"/>
          </ac:picMkLst>
        </pc:picChg>
        <pc:picChg chg="add del">
          <ac:chgData name="Thomas Finian Gaffney" userId="41602e65-0661-4335-910f-e6e371e97e60" providerId="ADAL" clId="{6B48B0C5-D67D-4B10-BB0E-817E470583AC}" dt="2026-04-27T18:57:16.713" v="2574" actId="22"/>
          <ac:picMkLst>
            <pc:docMk/>
            <pc:sldMk cId="1372096253" sldId="266"/>
            <ac:picMk id="12" creationId="{3E87B19C-278B-FAAA-E2B7-953EA82576FE}"/>
          </ac:picMkLst>
        </pc:picChg>
        <pc:picChg chg="add mod">
          <ac:chgData name="Thomas Finian Gaffney" userId="41602e65-0661-4335-910f-e6e371e97e60" providerId="ADAL" clId="{6B48B0C5-D67D-4B10-BB0E-817E470583AC}" dt="2026-04-27T18:57:51.646" v="2582" actId="1076"/>
          <ac:picMkLst>
            <pc:docMk/>
            <pc:sldMk cId="1372096253" sldId="266"/>
            <ac:picMk id="3074" creationId="{B2A046BF-7911-40F9-ED70-43895AA7FA32}"/>
          </ac:picMkLst>
        </pc:picChg>
      </pc:sldChg>
      <pc:sldChg chg="modSp mod">
        <pc:chgData name="Thomas Finian Gaffney" userId="41602e65-0661-4335-910f-e6e371e97e60" providerId="ADAL" clId="{6B48B0C5-D67D-4B10-BB0E-817E470583AC}" dt="2026-04-27T19:03:23.224" v="2650" actId="20577"/>
        <pc:sldMkLst>
          <pc:docMk/>
          <pc:sldMk cId="2293740627" sldId="268"/>
        </pc:sldMkLst>
        <pc:spChg chg="mod">
          <ac:chgData name="Thomas Finian Gaffney" userId="41602e65-0661-4335-910f-e6e371e97e60" providerId="ADAL" clId="{6B48B0C5-D67D-4B10-BB0E-817E470583AC}" dt="2026-04-27T19:03:23.224" v="2650" actId="20577"/>
          <ac:spMkLst>
            <pc:docMk/>
            <pc:sldMk cId="2293740627" sldId="268"/>
            <ac:spMk id="4" creationId="{3A133D78-507C-9D25-50CF-D6F3431C22AB}"/>
          </ac:spMkLst>
        </pc:spChg>
      </pc:sldChg>
      <pc:sldChg chg="delSp modSp new mod">
        <pc:chgData name="Thomas Finian Gaffney" userId="41602e65-0661-4335-910f-e6e371e97e60" providerId="ADAL" clId="{6B48B0C5-D67D-4B10-BB0E-817E470583AC}" dt="2026-04-27T18:59:20.759" v="2603" actId="207"/>
        <pc:sldMkLst>
          <pc:docMk/>
          <pc:sldMk cId="3661676039" sldId="269"/>
        </pc:sldMkLst>
        <pc:spChg chg="mod">
          <ac:chgData name="Thomas Finian Gaffney" userId="41602e65-0661-4335-910f-e6e371e97e60" providerId="ADAL" clId="{6B48B0C5-D67D-4B10-BB0E-817E470583AC}" dt="2026-04-27T18:59:20.759" v="2603" actId="207"/>
          <ac:spMkLst>
            <pc:docMk/>
            <pc:sldMk cId="3661676039" sldId="269"/>
            <ac:spMk id="2" creationId="{174594FB-FECC-E9C4-A3F3-BE2266548BBD}"/>
          </ac:spMkLst>
        </pc:spChg>
        <pc:spChg chg="del">
          <ac:chgData name="Thomas Finian Gaffney" userId="41602e65-0661-4335-910f-e6e371e97e60" providerId="ADAL" clId="{6B48B0C5-D67D-4B10-BB0E-817E470583AC}" dt="2026-04-27T18:58:28.270" v="2584" actId="478"/>
          <ac:spMkLst>
            <pc:docMk/>
            <pc:sldMk cId="3661676039" sldId="269"/>
            <ac:spMk id="3" creationId="{A3C50068-559C-7F82-3203-CA06F603E72F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CC398-6116-4BD2-9FAD-9822FDA158BE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FF46E-6B43-41F9-9272-B566D03A2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9324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Aidan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3322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Tommy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6355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Hardware Design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5471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Aidan/DeMuth</a:t>
            </a:r>
          </a:p>
          <a:p>
            <a:endParaRPr lang="en-US" dirty="0"/>
          </a:p>
          <a:p>
            <a:r>
              <a:rPr lang="en-US" dirty="0"/>
              <a:t>NMEA sentences are a standard for marine electronics to communicate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1734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Aidan GPS HR – Tommy </a:t>
            </a:r>
            <a:r>
              <a:rPr lang="en-US" dirty="0" err="1"/>
              <a:t>Wifi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730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Aidan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337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041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685800"/>
            <a:ext cx="10055354" cy="4007406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29A3647E-D38D-4EA6-ADC1-75AA53F898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27002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E994AF3-9487-4D95-BF0D-86DE51CED3FD}" type="datetime1">
              <a:rPr lang="en-US" smtClean="0"/>
              <a:t>7/17/2026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0459DEE-913E-5261-4E77-AF3657E3AE0B}"/>
              </a:ext>
            </a:extLst>
          </p:cNvPr>
          <p:cNvSpPr/>
          <p:nvPr/>
        </p:nvSpPr>
        <p:spPr>
          <a:xfrm>
            <a:off x="11250895" y="4648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2F9BC4F-9D44-3587-056B-336E1457A6E2}"/>
              </a:ext>
            </a:extLst>
          </p:cNvPr>
          <p:cNvSpPr/>
          <p:nvPr/>
        </p:nvSpPr>
        <p:spPr>
          <a:xfrm>
            <a:off x="685800" y="4998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09D5EC-E7EA-22BC-7C88-C33F509CB5CF}"/>
              </a:ext>
            </a:extLst>
          </p:cNvPr>
          <p:cNvSpPr/>
          <p:nvPr/>
        </p:nvSpPr>
        <p:spPr>
          <a:xfrm>
            <a:off x="10998565" y="4730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98E9758-F942-96A0-231D-A25933E4CA82}"/>
              </a:ext>
            </a:extLst>
          </p:cNvPr>
          <p:cNvSpPr/>
          <p:nvPr/>
        </p:nvSpPr>
        <p:spPr>
          <a:xfrm>
            <a:off x="10976145" y="4730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1502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10963655" cy="762001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828800"/>
            <a:ext cx="10963656" cy="434340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/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8C3F1129-3E93-4FAE-ABDC-0460EECC8AB9}" type="datetime1">
              <a:rPr lang="en-US" smtClean="0"/>
              <a:t>7/17/2026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317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2C6C0090-085A-1FB3-B3B7-D8DA73A125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172" y="4419600"/>
            <a:ext cx="10963657" cy="135224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6834447-947D-F9FA-98D1-8BF0FC477A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4172" y="5943600"/>
            <a:ext cx="10963657" cy="6096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2573ACD2-30C7-6922-D14F-66F23CBA377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41148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385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A813B312-A2CE-16E4-D28B-8DDFF5527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6746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4846D76D-B1D3-9330-420A-6ED740BDB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767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4" name="Picture Placeholder 25">
            <a:extLst>
              <a:ext uri="{FF2B5EF4-FFF2-40B4-BE49-F238E27FC236}">
                <a16:creationId xmlns:a16="http://schemas.microsoft.com/office/drawing/2014/main" id="{982E949F-6B9B-8268-EB83-127C78D4350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6746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35138" y="6343955"/>
            <a:ext cx="14589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24657BC3-6FA9-40FB-B910-A1610E6C42D0}" type="datetime1">
              <a:rPr lang="en-US" smtClean="0"/>
              <a:t>7/17/2026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D53745E-5DC2-F332-24A5-4F8F509E820B}"/>
              </a:ext>
            </a:extLst>
          </p:cNvPr>
          <p:cNvCxnSpPr/>
          <p:nvPr userDrawn="1"/>
        </p:nvCxnSpPr>
        <p:spPr>
          <a:xfrm>
            <a:off x="4479797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3702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4076" y="685801"/>
            <a:ext cx="4872227" cy="27432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552" y="5277548"/>
            <a:ext cx="4873752" cy="894639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74A0A082-71CB-3C57-3B74-102869C0CA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02552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18883" y="6343955"/>
            <a:ext cx="147516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9A920372-2A78-4EE0-B761-0993A18719ED}" type="datetime1">
              <a:rPr lang="en-US" smtClean="0"/>
              <a:t>7/17/2026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D373E34-3B51-EAD4-B8AB-256ACA4B8D8C}"/>
              </a:ext>
            </a:extLst>
          </p:cNvPr>
          <p:cNvCxnSpPr>
            <a:cxnSpLocks/>
          </p:cNvCxnSpPr>
          <p:nvPr userDrawn="1"/>
        </p:nvCxnSpPr>
        <p:spPr>
          <a:xfrm>
            <a:off x="6704076" y="4876800"/>
            <a:ext cx="487375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48603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2BC951B-4746-1854-C399-682CFE142A50}"/>
              </a:ext>
            </a:extLst>
          </p:cNvPr>
          <p:cNvCxnSpPr/>
          <p:nvPr userDrawn="1"/>
        </p:nvCxnSpPr>
        <p:spPr>
          <a:xfrm>
            <a:off x="612646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6" y="6338703"/>
            <a:ext cx="207048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887367" y="6338703"/>
            <a:ext cx="139257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785C697-4CA7-47B0-A9B8-B2A4D6E97D48}" type="datetime1">
              <a:rPr lang="en-US" smtClean="0"/>
              <a:t>7/17/2026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279945" y="6342301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E193964F-665E-F49A-D553-C01524CDE0C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302749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613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384F42E-A74C-773B-7B96-F942975CEC14}"/>
              </a:ext>
            </a:extLst>
          </p:cNvPr>
          <p:cNvSpPr/>
          <p:nvPr/>
        </p:nvSpPr>
        <p:spPr>
          <a:xfrm>
            <a:off x="11250895" y="5144929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441727F-19A3-14E1-5EAC-C550CEB6A0D1}"/>
              </a:ext>
            </a:extLst>
          </p:cNvPr>
          <p:cNvSpPr/>
          <p:nvPr/>
        </p:nvSpPr>
        <p:spPr>
          <a:xfrm>
            <a:off x="685800" y="5495424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38F4BC9-7EC1-BB35-827A-12F5DE411031}"/>
              </a:ext>
            </a:extLst>
          </p:cNvPr>
          <p:cNvSpPr/>
          <p:nvPr/>
        </p:nvSpPr>
        <p:spPr>
          <a:xfrm>
            <a:off x="10998565" y="5227361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4B01422-D65E-4B59-B62B-467B2E896592}"/>
              </a:ext>
            </a:extLst>
          </p:cNvPr>
          <p:cNvSpPr/>
          <p:nvPr/>
        </p:nvSpPr>
        <p:spPr>
          <a:xfrm>
            <a:off x="10976145" y="5227366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1600200"/>
            <a:ext cx="10483927" cy="349287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90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931314"/>
            <a:ext cx="10483927" cy="816864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234111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234111"/>
            <a:ext cx="2875064" cy="365125"/>
          </a:xfrm>
        </p:spPr>
        <p:txBody>
          <a:bodyPr>
            <a:noAutofit/>
          </a:bodyPr>
          <a:lstStyle/>
          <a:p>
            <a:fld id="{01BA94FC-19CE-491A-9973-8789FBEED831}" type="datetime1">
              <a:rPr lang="en-US" smtClean="0"/>
              <a:t>7/17/2026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234111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Line">
            <a:extLst>
              <a:ext uri="{FF2B5EF4-FFF2-40B4-BE49-F238E27FC236}">
                <a16:creationId xmlns:a16="http://schemas.microsoft.com/office/drawing/2014/main" id="{92FB147E-E273-E8B6-AD8E-67F305FC22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71802" y="4038600"/>
            <a:ext cx="10923934" cy="74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931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8BBA50F-B667-1177-26B1-7D22AB66A6BE}"/>
              </a:ext>
            </a:extLst>
          </p:cNvPr>
          <p:cNvSpPr/>
          <p:nvPr/>
        </p:nvSpPr>
        <p:spPr>
          <a:xfrm>
            <a:off x="11250895" y="464515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CABC7F5-2293-EB7F-52E5-80715C8DB858}"/>
              </a:ext>
            </a:extLst>
          </p:cNvPr>
          <p:cNvSpPr/>
          <p:nvPr/>
        </p:nvSpPr>
        <p:spPr>
          <a:xfrm>
            <a:off x="685800" y="499564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A8C943-7CF3-88D6-95B0-95E7B412DE0F}"/>
              </a:ext>
            </a:extLst>
          </p:cNvPr>
          <p:cNvSpPr/>
          <p:nvPr/>
        </p:nvSpPr>
        <p:spPr>
          <a:xfrm>
            <a:off x="10998565" y="472758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FB0A8E7-2867-2D3A-F6B7-15ED02236CE8}"/>
              </a:ext>
            </a:extLst>
          </p:cNvPr>
          <p:cNvSpPr/>
          <p:nvPr/>
        </p:nvSpPr>
        <p:spPr>
          <a:xfrm>
            <a:off x="10976145" y="472758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31536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EE94DEAC-BCA3-4537-9C8E-8000E1977CE0}" type="datetime1">
              <a:rPr lang="en-US" smtClean="0"/>
              <a:t>7/17/2026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53A7BE5-EAB2-BB8C-D7FC-D78B8A5AF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8"/>
            <a:ext cx="10058400" cy="335584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89393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6AC1F45-7001-8B9F-DFF6-7AB9BDFFEEB2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4C7D192-E835-0A48-0A40-F45D83E2583F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FB376E1-8198-EB00-587E-C647BCF364D4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F94599F-6DE1-A082-E9E1-D732956078A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990600"/>
            <a:ext cx="10058400" cy="502920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11000" dirty="0"/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>
            <a:noAutofit/>
          </a:bodyPr>
          <a:lstStyle/>
          <a:p>
            <a:fld id="{254A741C-6274-4327-BFF6-29A36E5F0FB8}" type="datetime1">
              <a:rPr lang="en-US" smtClean="0"/>
              <a:t>7/17/2026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6496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61C10CD-8205-284F-2921-9485E7A98F0D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5DFD7E-DC78-4573-96D7-845D38E0273E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FCC10B5-4890-B43F-DE24-5200F4E75EEB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D5586E6-D520-6A63-5060-BF06C136BEF5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990600"/>
            <a:ext cx="10058400" cy="502920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11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E0B6F80-6807-4EF3-A14F-EAF059C2967E}" type="datetime1">
              <a:rPr lang="en-US" smtClean="0"/>
              <a:t>7/17/2026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8995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FADE904-3C65-5E48-6B12-22998C2ADF5E}"/>
              </a:ext>
            </a:extLst>
          </p:cNvPr>
          <p:cNvSpPr/>
          <p:nvPr/>
        </p:nvSpPr>
        <p:spPr>
          <a:xfrm>
            <a:off x="11250895" y="217232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16963C8-87F3-6B42-F30F-1915935FA752}"/>
              </a:ext>
            </a:extLst>
          </p:cNvPr>
          <p:cNvSpPr/>
          <p:nvPr/>
        </p:nvSpPr>
        <p:spPr>
          <a:xfrm>
            <a:off x="685800" y="252281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F0C119A-1D9E-D43F-8A7E-D24C1B551326}"/>
              </a:ext>
            </a:extLst>
          </p:cNvPr>
          <p:cNvSpPr/>
          <p:nvPr/>
        </p:nvSpPr>
        <p:spPr>
          <a:xfrm>
            <a:off x="10998565" y="225475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2018CE4-7594-0746-8B7E-8DEC95CB8822}"/>
              </a:ext>
            </a:extLst>
          </p:cNvPr>
          <p:cNvSpPr/>
          <p:nvPr/>
        </p:nvSpPr>
        <p:spPr>
          <a:xfrm>
            <a:off x="10976145" y="225475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185" y="685800"/>
            <a:ext cx="9141415" cy="1532788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185" y="2958705"/>
            <a:ext cx="9141415" cy="3213494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 marL="914400" indent="0"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F7422C5D-A481-4280-92B8-C201797D38E4}" type="datetime1">
              <a:rPr lang="en-US" smtClean="0"/>
              <a:t>7/17/2026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324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685800"/>
            <a:ext cx="5480304" cy="1818050"/>
          </a:xfrm>
        </p:spPr>
        <p:txBody>
          <a:bodyPr anchor="t">
            <a:noAutofit/>
          </a:bodyPr>
          <a:lstStyle>
            <a:lvl1pPr>
              <a:defRPr sz="9000"/>
            </a:lvl1pPr>
          </a:lstStyle>
          <a:p>
            <a:r>
              <a:rPr lang="en-US"/>
              <a:t>Agenda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AF861DB-D5EF-3FC9-7595-570C8498D7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7725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3189770"/>
            <a:ext cx="5480304" cy="2982429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9C1A172-F829-D2DE-BDB2-B86E6ACE1886}"/>
              </a:ext>
            </a:extLst>
          </p:cNvPr>
          <p:cNvCxnSpPr>
            <a:cxnSpLocks/>
          </p:cNvCxnSpPr>
          <p:nvPr userDrawn="1"/>
        </p:nvCxnSpPr>
        <p:spPr>
          <a:xfrm>
            <a:off x="6095999" y="2743200"/>
            <a:ext cx="54772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343955"/>
            <a:ext cx="298540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>
            <a:noAutofit/>
          </a:bodyPr>
          <a:lstStyle/>
          <a:p>
            <a:fld id="{B0EEB63F-A8A5-4465-86AB-99F5B5E4ADDA}" type="datetime1">
              <a:rPr lang="en-US" smtClean="0"/>
              <a:t>7/17/2026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0176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824824"/>
            <a:ext cx="6397753" cy="1527976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3505200"/>
            <a:ext cx="4568953" cy="164519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6DCD0D66-A4C8-40A0-9784-36DA59544B38}" type="datetime1">
              <a:rPr lang="en-US" smtClean="0"/>
              <a:t>7/17/2026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89251BE-373D-9B13-B9E2-73DFEBE40118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98E032-CDEE-AA9B-44A7-CE5EBB6948C0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C778913-9F6C-8FDD-B123-16048004EC56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6283179-133D-0E64-C08A-4D59C8B2F9D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5455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85800"/>
            <a:ext cx="3654553" cy="365760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1" y="685800"/>
            <a:ext cx="4572000" cy="36576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A3AFB-01EE-47DD-9A84-D1F2998B8E43}" type="datetime1">
              <a:rPr lang="en-US" smtClean="0"/>
              <a:t>7/17/2026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662DADE-FB83-6BD4-1D72-E22F0783A67E}"/>
              </a:ext>
            </a:extLst>
          </p:cNvPr>
          <p:cNvSpPr/>
          <p:nvPr/>
        </p:nvSpPr>
        <p:spPr>
          <a:xfrm>
            <a:off x="11254003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A7CD6A0-64A5-5058-DFD2-8DD1FAF7BEEB}"/>
              </a:ext>
            </a:extLst>
          </p:cNvPr>
          <p:cNvSpPr/>
          <p:nvPr/>
        </p:nvSpPr>
        <p:spPr>
          <a:xfrm>
            <a:off x="10866791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E8E4321-3109-17F5-C530-4108033F07F5}"/>
              </a:ext>
            </a:extLst>
          </p:cNvPr>
          <p:cNvSpPr/>
          <p:nvPr/>
        </p:nvSpPr>
        <p:spPr>
          <a:xfrm>
            <a:off x="11003886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AAD0450-E765-A0E1-7C56-37246411FDD0}"/>
              </a:ext>
            </a:extLst>
          </p:cNvPr>
          <p:cNvSpPr/>
          <p:nvPr/>
        </p:nvSpPr>
        <p:spPr>
          <a:xfrm>
            <a:off x="10981626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4037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05E2B5C-398A-3F2F-4BCC-FFF94D44632F}"/>
              </a:ext>
            </a:extLst>
          </p:cNvPr>
          <p:cNvSpPr/>
          <p:nvPr/>
        </p:nvSpPr>
        <p:spPr>
          <a:xfrm>
            <a:off x="11250895" y="5407944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2897460-3A7D-EC5C-76B9-2725193E10AF}"/>
              </a:ext>
            </a:extLst>
          </p:cNvPr>
          <p:cNvSpPr/>
          <p:nvPr/>
        </p:nvSpPr>
        <p:spPr>
          <a:xfrm>
            <a:off x="685800" y="5758439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742E741-698E-A2B8-7BD5-9DE89C610C2F}"/>
              </a:ext>
            </a:extLst>
          </p:cNvPr>
          <p:cNvSpPr/>
          <p:nvPr/>
        </p:nvSpPr>
        <p:spPr>
          <a:xfrm>
            <a:off x="10998565" y="5490376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A04551B-2E70-1734-DA15-F26ABEC9D9D0}"/>
              </a:ext>
            </a:extLst>
          </p:cNvPr>
          <p:cNvSpPr/>
          <p:nvPr/>
        </p:nvSpPr>
        <p:spPr>
          <a:xfrm>
            <a:off x="10976145" y="5490381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408358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045390" cy="4083579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5626F-A813-49C5-864F-FDD57E23F2A7}" type="datetime1">
              <a:rPr lang="en-US" smtClean="0"/>
              <a:t>7/17/2026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4667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85B71F7-9EDC-DB6C-D713-7ACE3A2EADC0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842DDA-AD76-0064-2B85-CB145F4CE540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5E58AC6-620E-20FA-E8F5-375DA2977A43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EA14E2E-5098-2800-A72C-138A5840365C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685800"/>
            <a:ext cx="3652523" cy="410246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5500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9A66CEF9-01A0-4BBC-BA3D-60BD09236D9C}" type="datetime1">
              <a:rPr lang="en-US" smtClean="0"/>
              <a:t>7/17/2026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2417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94DE839-4377-D8CF-B2A4-D0C3E0F49821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A5E5478-C025-8AD6-B7FE-E95C356E887C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0EF54C8-1B9C-18F9-4647-D96F1A37BC05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C1B42D9-101B-9822-0BAF-F80E962BB4CD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85800"/>
            <a:ext cx="3654554" cy="455025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6401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F78AE387-15CE-485F-B147-26C3FE770D16}" type="datetime1">
              <a:rPr lang="en-US" smtClean="0"/>
              <a:t>7/17/2026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1670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C2E340-F7F3-5093-0E0A-41015057E720}"/>
              </a:ext>
            </a:extLst>
          </p:cNvPr>
          <p:cNvCxnSpPr/>
          <p:nvPr userDrawn="1"/>
        </p:nvCxnSpPr>
        <p:spPr>
          <a:xfrm>
            <a:off x="5191026" y="2362200"/>
            <a:ext cx="63916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1026" y="685807"/>
            <a:ext cx="6391374" cy="1372001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0729" y="2743204"/>
            <a:ext cx="6395573" cy="3428989"/>
          </a:xfrm>
        </p:spPr>
        <p:txBody>
          <a:bodyPr>
            <a:noAutofit/>
          </a:bodyPr>
          <a:lstStyle>
            <a:lvl1pPr>
              <a:defRPr sz="14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91026" y="6343825"/>
            <a:ext cx="336490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030713" y="6343955"/>
            <a:ext cx="20608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BADDD2F-FCC7-49FA-8567-D7809B294659}" type="datetime1">
              <a:rPr lang="en-US" smtClean="0"/>
              <a:t>7/17/2026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8936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81EABF-B6BB-1FBF-962C-A6A6C8C2418A}"/>
              </a:ext>
            </a:extLst>
          </p:cNvPr>
          <p:cNvCxnSpPr/>
          <p:nvPr userDrawn="1"/>
        </p:nvCxnSpPr>
        <p:spPr>
          <a:xfrm>
            <a:off x="612647" y="2359152"/>
            <a:ext cx="633679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4"/>
            <a:ext cx="6391374" cy="1371996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3" y="2742645"/>
            <a:ext cx="6391247" cy="3429551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774" y="6346865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886895" y="6346865"/>
            <a:ext cx="1607270" cy="365125"/>
          </a:xfrm>
        </p:spPr>
        <p:txBody>
          <a:bodyPr>
            <a:noAutofit/>
          </a:bodyPr>
          <a:lstStyle/>
          <a:p>
            <a:fld id="{4A684EE4-9FBC-48A4-8B44-AD3AE542321F}" type="datetime1">
              <a:rPr lang="en-US" smtClean="0"/>
              <a:t>7/17/2026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530932" y="634686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35EC8126-6431-465A-8AC3-0118DD8825B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31546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85427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303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D2B02E8B-EB97-8158-B585-0E0E95CF40C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303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724397" y="6343954"/>
            <a:ext cx="3422906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>
            <a:noAutofit/>
          </a:bodyPr>
          <a:lstStyle/>
          <a:p>
            <a:fld id="{AA4E3341-B44A-4786-88E5-54D16F3E8652}" type="datetime1">
              <a:rPr lang="en-US" smtClean="0"/>
              <a:t>7/17/2026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6216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6870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115853" y="6346870"/>
            <a:ext cx="2925587" cy="365125"/>
          </a:xfrm>
        </p:spPr>
        <p:txBody>
          <a:bodyPr>
            <a:noAutofit/>
          </a:bodyPr>
          <a:lstStyle/>
          <a:p>
            <a:fld id="{F60E2FDE-62AD-40E2-9BC5-7E844F17C7E3}" type="datetime1">
              <a:rPr lang="en-US" smtClean="0"/>
              <a:t>7/17/2026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46870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362236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0" y="685800"/>
            <a:ext cx="4561665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EEFBBBB-A526-5A93-34B8-A377087586A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20736" y="2286000"/>
            <a:ext cx="4561665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20736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75067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061E80D-5BB0-44A2-A5B7-E7463AEF5E21}" type="datetime1">
              <a:rPr lang="en-US" smtClean="0"/>
              <a:t>7/17/2026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6992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72002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599" y="2286000"/>
            <a:ext cx="4561666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3C6055EC-0CB7-A026-AE8C-74A36F768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599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AE86096B-57D4-1243-A86D-1D5E7DC3A7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63930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607E47D-B843-4F66-979A-97E42A310B46}" type="datetime1">
              <a:rPr lang="en-US" smtClean="0"/>
              <a:t>7/17/2026</a:t>
            </a:fld>
            <a:endParaRPr lang="en-US"/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A98A8E55-200E-96B4-1462-6DA457A20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5959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48233842-32AB-C53C-CA20-8101D4E63DC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801536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04537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4" y="687787"/>
            <a:ext cx="3363259" cy="199339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1" y="2880360"/>
            <a:ext cx="3363259" cy="327461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212663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224724" y="6343955"/>
            <a:ext cx="922372" cy="365125"/>
          </a:xfrm>
        </p:spPr>
        <p:txBody>
          <a:bodyPr>
            <a:noAutofit/>
          </a:bodyPr>
          <a:lstStyle/>
          <a:p>
            <a:fld id="{31E894EB-7B1F-40EE-8EC5-ADAADCC428A8}" type="datetime1">
              <a:rPr lang="en-US" smtClean="0"/>
              <a:t>7/17/2026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447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8" y="685800"/>
            <a:ext cx="3364992" cy="1996301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698" y="2880360"/>
            <a:ext cx="3364992" cy="323485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Footer Placeholder 8">
            <a:extLst>
              <a:ext uri="{FF2B5EF4-FFF2-40B4-BE49-F238E27FC236}">
                <a16:creationId xmlns:a16="http://schemas.microsoft.com/office/drawing/2014/main" id="{C119522C-433C-CA02-AD5B-2ABB39A4162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8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76C67AD-99A1-8DF0-C332-BB3E0C53717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627759" y="6343955"/>
            <a:ext cx="922372" cy="365125"/>
          </a:xfrm>
        </p:spPr>
        <p:txBody>
          <a:bodyPr>
            <a:noAutofit/>
          </a:bodyPr>
          <a:lstStyle/>
          <a:p>
            <a:fld id="{2787A4D0-1953-47FD-BF1D-91B030799375}" type="datetime1">
              <a:rPr lang="en-US" smtClean="0"/>
              <a:t>7/17/2026</a:t>
            </a:fld>
            <a:endParaRPr lang="en-US"/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C8D2CF7B-FF7A-7960-DB96-2B1846DA41A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50131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B08A763A-F1F9-D459-6C34-39765662759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07856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196436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9200" y="685800"/>
            <a:ext cx="2748115" cy="2743200"/>
          </a:xfrm>
          <a:noFill/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487E718-4223-B4DB-C92A-99E891E642B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9200" y="3703320"/>
            <a:ext cx="2743201" cy="2476061"/>
          </a:xfrm>
          <a:noFill/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39200" y="6343955"/>
            <a:ext cx="1404460" cy="365125"/>
          </a:xfrm>
          <a:noFill/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D27E1BC-8DB8-43F2-83D6-AB1D0ABDC7FB}" type="datetime1">
              <a:rPr lang="en-US" smtClean="0"/>
              <a:t>7/17/2026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noFill/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54980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685800"/>
            <a:ext cx="2748114" cy="274320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91" y="3703320"/>
            <a:ext cx="2743200" cy="247606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644F6AEF-CB45-AC6F-F205-7AB277670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697" y="6343955"/>
            <a:ext cx="140446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980DDA2F-B408-A7AF-463F-3F6ED55C1A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69019" y="6343955"/>
            <a:ext cx="85457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F81379B-00D1-404A-AA38-CCF0D7E24074}" type="datetime1">
              <a:rPr lang="en-US" smtClean="0"/>
              <a:t>7/17/2026</a:t>
            </a:fld>
            <a:endParaRPr lang="en-US"/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9C6A3F52-E7A3-B732-2650-C47F8BE25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23593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0894EEF-95B5-F8FE-9FBB-D5DFD413C06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96240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15477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343400"/>
            <a:ext cx="4019522" cy="115993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E0CE544-3552-FE00-5B00-942E522A2A5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38862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1600" y="4343400"/>
            <a:ext cx="6400800" cy="115993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27CAEB2-17C2-4206-A670-1C594694B63C}" type="datetime1">
              <a:rPr lang="en-US" smtClean="0"/>
              <a:t>7/17/2026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114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3886200"/>
            <a:ext cx="3044954" cy="2245126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7200" y="3886200"/>
            <a:ext cx="7315199" cy="2245127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32A0A994-D101-4298-84C1-8EC2F331C533}" type="datetime1">
              <a:rPr lang="en-US" smtClean="0"/>
              <a:t>7/17/2026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6600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3044954" cy="2035724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9158" y="685800"/>
            <a:ext cx="7315199" cy="2014665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" y="2896372"/>
            <a:ext cx="2791027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65894" y="2896372"/>
            <a:ext cx="1559379" cy="365125"/>
          </a:xfrm>
        </p:spPr>
        <p:txBody>
          <a:bodyPr>
            <a:noAutofit/>
          </a:bodyPr>
          <a:lstStyle/>
          <a:p>
            <a:fld id="{95C1454E-1AEE-4E8B-BE31-4F9ACDAF52DF}" type="datetime1">
              <a:rPr lang="en-US" smtClean="0"/>
              <a:t>7/17/2026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5151" y="2896372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4178283B-8F20-CAA0-928D-318B857F959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414669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767299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8"/>
            <a:ext cx="5483353" cy="1388318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651760"/>
            <a:ext cx="5483352" cy="352185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AB12E0E-A617-768A-7E0E-472481185B1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7792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C1D70B4-629A-1A3A-D1BB-D35C3AED4BAD}"/>
              </a:ext>
            </a:extLst>
          </p:cNvPr>
          <p:cNvCxnSpPr>
            <a:cxnSpLocks/>
          </p:cNvCxnSpPr>
          <p:nvPr userDrawn="1"/>
        </p:nvCxnSpPr>
        <p:spPr>
          <a:xfrm>
            <a:off x="609600" y="236222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8F922763-A12B-44C2-4F2D-AAD3B317EC9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11" name="Date Placeholder 6">
            <a:extLst>
              <a:ext uri="{FF2B5EF4-FFF2-40B4-BE49-F238E27FC236}">
                <a16:creationId xmlns:a16="http://schemas.microsoft.com/office/drawing/2014/main" id="{88D44AB0-B4BD-5097-DB6C-0B96B75B1DA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04048512-8EBB-499C-AE8A-10D3DCD8AE51}" type="datetime1">
              <a:rPr lang="en-US" smtClean="0"/>
              <a:t>7/17/2026</a:t>
            </a:fld>
            <a:endParaRPr lang="en-US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8EA9CC9C-E71E-C316-0680-F4BD6EDC87C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340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9753" cy="898525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4E15E62-FEF2-298A-EC8D-72D59188CB27}"/>
              </a:ext>
            </a:extLst>
          </p:cNvPr>
          <p:cNvCxnSpPr>
            <a:cxnSpLocks/>
          </p:cNvCxnSpPr>
          <p:nvPr userDrawn="1"/>
        </p:nvCxnSpPr>
        <p:spPr>
          <a:xfrm>
            <a:off x="609600" y="1905000"/>
            <a:ext cx="109728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" y="2286012"/>
            <a:ext cx="5479474" cy="298765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4892D5B-0772-8929-54F9-AA16EED38E2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5575" y="2285301"/>
            <a:ext cx="4863778" cy="388618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>
            <a:noAutofit/>
          </a:bodyPr>
          <a:lstStyle/>
          <a:p>
            <a:fld id="{18304AC6-3868-4B08-955F-287417E70D52}" type="datetime1">
              <a:rPr lang="en-US" smtClean="0"/>
              <a:t>7/17/2026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2421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9903" y="685807"/>
            <a:ext cx="5486400" cy="138830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3F8ACB4F-E132-97B5-797E-ADFB9AC8345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6658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89903" y="2650330"/>
            <a:ext cx="5486400" cy="3521854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0415657-C9CC-A8DC-C841-09A42AC901EC}"/>
              </a:ext>
            </a:extLst>
          </p:cNvPr>
          <p:cNvCxnSpPr>
            <a:cxnSpLocks/>
          </p:cNvCxnSpPr>
          <p:nvPr userDrawn="1"/>
        </p:nvCxnSpPr>
        <p:spPr>
          <a:xfrm>
            <a:off x="6089903" y="236221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D65827FC-FBF0-2A7B-2AE9-11D916DB97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6">
            <a:extLst>
              <a:ext uri="{FF2B5EF4-FFF2-40B4-BE49-F238E27FC236}">
                <a16:creationId xmlns:a16="http://schemas.microsoft.com/office/drawing/2014/main" id="{7D3F37AD-0904-9EC0-EFEE-899B457A453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C8D8B835-2AFC-4556-B3EB-F40AB8202CC1}" type="datetime1">
              <a:rPr lang="en-US" smtClean="0"/>
              <a:t>7/17/2026</a:t>
            </a:fld>
            <a:endParaRPr lang="en-US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655EC9E8-1A84-6C33-ADB3-D40020F509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58293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64763" cy="1426798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5580E71-5349-7975-EE00-1D48FBB4552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599" y="2514600"/>
            <a:ext cx="4564763" cy="363659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90060" y="685800"/>
            <a:ext cx="5792341" cy="5465398"/>
          </a:xfrm>
        </p:spPr>
        <p:txBody>
          <a:bodyPr anchor="b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B773F1E5-FCCB-42DE-BE82-6C107EF5A12E}" type="datetime1">
              <a:rPr lang="en-US" smtClean="0"/>
              <a:t>7/17/2026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96221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89110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EC4665C-5805-BDA9-0EA4-387D86C88AB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2647" y="2057400"/>
            <a:ext cx="2740153" cy="4091502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1" y="2057400"/>
            <a:ext cx="7766302" cy="409150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BBE0C3F2-DAB9-41AC-8F82-63CC52317A32}" type="datetime1">
              <a:rPr lang="en-US" smtClean="0"/>
              <a:t>7/17/2026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01948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1DA757D-A9AE-985A-6EEE-C02E46D45DC9}"/>
              </a:ext>
            </a:extLst>
          </p:cNvPr>
          <p:cNvSpPr/>
          <p:nvPr/>
        </p:nvSpPr>
        <p:spPr>
          <a:xfrm>
            <a:off x="11250895" y="43434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71E517F-7D77-FEA1-94A2-D8522A1BF181}"/>
              </a:ext>
            </a:extLst>
          </p:cNvPr>
          <p:cNvSpPr/>
          <p:nvPr/>
        </p:nvSpPr>
        <p:spPr>
          <a:xfrm>
            <a:off x="685800" y="46938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2EAE4C-19D0-A0E4-1FDC-967BD2694E6F}"/>
              </a:ext>
            </a:extLst>
          </p:cNvPr>
          <p:cNvSpPr/>
          <p:nvPr/>
        </p:nvSpPr>
        <p:spPr>
          <a:xfrm>
            <a:off x="10998565" y="44258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E35C93-E0FF-6186-7502-985D78DA9B28}"/>
              </a:ext>
            </a:extLst>
          </p:cNvPr>
          <p:cNvSpPr/>
          <p:nvPr/>
        </p:nvSpPr>
        <p:spPr>
          <a:xfrm>
            <a:off x="10976145" y="44258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D4E889F8-D8CB-1564-17A8-26A2F4258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02546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3B51AE5-91E2-069A-7DF2-EB394DA25E2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 algn="l" rtl="0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125F3B79-2537-4A36-9FE2-74B302D29D38}" type="datetime1">
              <a:rPr lang="en-US" smtClean="0"/>
              <a:t>7/17/2026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1203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E73F6F-B481-328B-CE64-8485DC66B8EA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7D968F-BFC6-694E-9A7C-A113E7DEBF65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77A14AD-A403-0816-9FED-F4E7BB405B17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C5DE6E3-5C5B-04A2-6D84-63D852F6062A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6D258FD5-5B6B-DBB1-0F00-D02C71197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859867"/>
            <a:ext cx="9144000" cy="10972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196BB08E-5668-89FF-C0AE-D8A83C783F7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600199"/>
            <a:ext cx="9171115" cy="3259668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64EDEDE-484A-424B-92DB-EECC9A5CAACE}" type="datetime1">
              <a:rPr lang="en-US" smtClean="0"/>
              <a:t>7/17/2026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743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132C402C-8B4C-3690-6875-FE157681B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25780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C80DC0CF-9044-3D55-7D8F-4CD97232E3E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9A68B73F-2C03-4A7B-AA09-3DFF0D93B23B}" type="datetime1">
              <a:rPr lang="en-US" smtClean="0"/>
              <a:t>7/17/2026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B480B90-B64C-0559-ACB2-7DBB57135C77}"/>
              </a:ext>
            </a:extLst>
          </p:cNvPr>
          <p:cNvSpPr/>
          <p:nvPr/>
        </p:nvSpPr>
        <p:spPr>
          <a:xfrm>
            <a:off x="11250895" y="456206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D2E866D-D29F-1CC5-14B2-BB24F10745FE}"/>
              </a:ext>
            </a:extLst>
          </p:cNvPr>
          <p:cNvSpPr/>
          <p:nvPr/>
        </p:nvSpPr>
        <p:spPr>
          <a:xfrm>
            <a:off x="685800" y="491255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A0DC7F-E416-CA3E-E389-945D5FA32CC9}"/>
              </a:ext>
            </a:extLst>
          </p:cNvPr>
          <p:cNvSpPr/>
          <p:nvPr/>
        </p:nvSpPr>
        <p:spPr>
          <a:xfrm>
            <a:off x="10998565" y="464449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2D9CC5C-2252-AB09-49B5-FD1BE0E74E30}"/>
              </a:ext>
            </a:extLst>
          </p:cNvPr>
          <p:cNvSpPr/>
          <p:nvPr/>
        </p:nvSpPr>
        <p:spPr>
          <a:xfrm>
            <a:off x="10976145" y="464449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0051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979D7E7-81D7-BD45-ADEC-E83F7EF73EC8}"/>
              </a:ext>
            </a:extLst>
          </p:cNvPr>
          <p:cNvSpPr/>
          <p:nvPr/>
        </p:nvSpPr>
        <p:spPr>
          <a:xfrm>
            <a:off x="11254003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6D6EAAA-843B-4F5B-47BF-3A0B75B59A45}"/>
              </a:ext>
            </a:extLst>
          </p:cNvPr>
          <p:cNvSpPr/>
          <p:nvPr/>
        </p:nvSpPr>
        <p:spPr>
          <a:xfrm>
            <a:off x="10866791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5A4CCB8-341A-D7B3-2B2F-C6943129C281}"/>
              </a:ext>
            </a:extLst>
          </p:cNvPr>
          <p:cNvSpPr/>
          <p:nvPr/>
        </p:nvSpPr>
        <p:spPr>
          <a:xfrm>
            <a:off x="11003886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A1B2662-9528-65C6-986B-EA4135BF4CA6}"/>
              </a:ext>
            </a:extLst>
          </p:cNvPr>
          <p:cNvSpPr/>
          <p:nvPr/>
        </p:nvSpPr>
        <p:spPr>
          <a:xfrm>
            <a:off x="10981626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>
            <a:noAutofit/>
          </a:bodyPr>
          <a:lstStyle>
            <a:lvl1pPr>
              <a:defRPr sz="5400" b="0" i="0" cap="all" baseline="0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09600" y="685800"/>
            <a:ext cx="10972800" cy="4514529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1pPr>
            <a:lvl2pPr marL="2286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2pPr>
            <a:lvl3pPr marL="4572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3pPr>
            <a:lvl4pPr marL="6858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4pPr>
            <a:lvl5pPr marL="9144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40F7A8C-BE25-44AD-BCCC-0AB96C3F8318}" type="datetime1">
              <a:rPr lang="en-US" smtClean="0"/>
              <a:t>7/17/2026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112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0572EAA-9C03-6737-7961-89F7D9E127AC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D2A1F66-1FB1-8357-178D-CB1C0F8B7E56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D8E75-63C0-8CE8-7E5A-37E4E429140F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DF1B2A2-FEB2-CC42-0F0F-71CD13535424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>
            <a:noAutofit/>
          </a:bodyPr>
          <a:lstStyle>
            <a:lvl1pPr>
              <a:defRPr sz="5400" b="0" i="0" cap="all" baseline="0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85800"/>
            <a:ext cx="10972800" cy="4572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1pPr>
            <a:lvl2pPr marL="2286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2pPr>
            <a:lvl3pPr marL="4572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3pPr>
            <a:lvl4pPr marL="6858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4pPr>
            <a:lvl5pPr marL="9144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852A02D7-41B3-4E30-998F-D3AAD7D2EFD1}" type="datetime1">
              <a:rPr lang="en-US" smtClean="0"/>
              <a:t>7/17/2026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5516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2479" y="685800"/>
            <a:ext cx="9140953" cy="2699775"/>
          </a:xfrm>
        </p:spPr>
        <p:txBody>
          <a:bodyPr anchor="t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8AF2581-5C5A-499F-9126-BAD3ADAF12B6}" type="datetime1">
              <a:rPr lang="en-US" smtClean="0"/>
              <a:t>7/17/2026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E594965-EF4A-40C0-FED1-CF5564CED970}"/>
              </a:ext>
            </a:extLst>
          </p:cNvPr>
          <p:cNvSpPr/>
          <p:nvPr/>
        </p:nvSpPr>
        <p:spPr>
          <a:xfrm>
            <a:off x="11250895" y="456206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9DE90F9-432C-AEEC-88D5-177A0E299391}"/>
              </a:ext>
            </a:extLst>
          </p:cNvPr>
          <p:cNvSpPr/>
          <p:nvPr/>
        </p:nvSpPr>
        <p:spPr>
          <a:xfrm>
            <a:off x="685800" y="491255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8ECD3CD-C697-A46B-71F2-D64BD77C395C}"/>
              </a:ext>
            </a:extLst>
          </p:cNvPr>
          <p:cNvSpPr/>
          <p:nvPr/>
        </p:nvSpPr>
        <p:spPr>
          <a:xfrm>
            <a:off x="10998565" y="464449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46793A7-6512-567E-DAFF-BB4A63B89DC3}"/>
              </a:ext>
            </a:extLst>
          </p:cNvPr>
          <p:cNvSpPr/>
          <p:nvPr/>
        </p:nvSpPr>
        <p:spPr>
          <a:xfrm>
            <a:off x="10976145" y="464449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66A0D5A-6B2D-15B8-4FC0-30535DF01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179918211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D86F34B-87C2-AC58-5483-78C0E5DB477C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B6B59A7-7C3C-7431-CC9A-51EFBA257959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2D0661-BB9A-E751-A4EB-2C95BF96A560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09A5AB9-86E5-2BD1-8EFC-49C204619282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7" y="1600200"/>
            <a:ext cx="10055353" cy="3657601"/>
          </a:xfrm>
        </p:spPr>
        <p:txBody>
          <a:bodyPr anchor="b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973114B-F16A-4F7F-8576-D82FF7F5B8AA}" type="datetime1">
              <a:rPr lang="en-US" smtClean="0"/>
              <a:t>7/17/2026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5">
            <a:extLst>
              <a:ext uri="{FF2B5EF4-FFF2-40B4-BE49-F238E27FC236}">
                <a16:creationId xmlns:a16="http://schemas.microsoft.com/office/drawing/2014/main" id="{A4A8879E-F637-BA38-C325-517B59E125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1602196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0ED10B2-4172-93C9-B408-242DDBA504A8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CF4AA95-C597-81F0-35EA-96B5BA7A12BB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37871-D86F-9BA6-1D96-9B3392C2F247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B203EFA-FE43-9B63-5768-4A3FD1509639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868680"/>
            <a:ext cx="9140952" cy="3660746"/>
          </a:xfrm>
        </p:spPr>
        <p:txBody>
          <a:bodyPr anchor="ctr">
            <a:noAutofit/>
          </a:bodyPr>
          <a:lstStyle>
            <a:lvl1pPr marL="164592" indent="-164592">
              <a:lnSpc>
                <a:spcPct val="11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8703575-49FE-4D60-87FD-21A42A07A7CE}" type="datetime1">
              <a:rPr lang="en-US" smtClean="0"/>
              <a:t>7/17/2026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259B8E5-883A-B6CE-4C6C-F6F48B038C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4617720"/>
            <a:ext cx="9140951" cy="788609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29188047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1965960"/>
            <a:ext cx="5074920" cy="419576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70969" y="1965960"/>
            <a:ext cx="5075237" cy="419576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1B167D43-D35E-4108-BBF2-396AD5D7312D}" type="datetime1">
              <a:rPr lang="en-US" smtClean="0"/>
              <a:t>7/17/2026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24391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FA77448-F1DA-CAC1-9B05-8F5CE6558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1878566"/>
            <a:ext cx="5074920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7572" y="1878566"/>
            <a:ext cx="5075556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514600"/>
            <a:ext cx="5075238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97572" y="2514600"/>
            <a:ext cx="5075556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9995F2E-7657-45A4-B96F-B62C3E91386D}" type="datetime1">
              <a:rPr lang="en-US" smtClean="0"/>
              <a:t>7/17/2026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35362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F5184-1DAA-DFF4-A408-3D5DD1517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D6E520E6-6D33-4ACD-A0D3-C6FE7E391B62}" type="datetime1">
              <a:rPr lang="en-US" smtClean="0"/>
              <a:t>7/17/2026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15250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A4C4B89-C043-4809-9552-E1F458D1F9FB}" type="datetime1">
              <a:rPr lang="en-US" smtClean="0"/>
              <a:t>7/17/2026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99015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A9EA653-B766-E096-036C-1C173E299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1845593-CC30-27D6-3F82-E2BA784C4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1" y="685800"/>
            <a:ext cx="6699502" cy="548640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3FD19697-A9C1-4F30-BCD0-CB326FC19ADB}" type="datetime1">
              <a:rPr lang="en-US" smtClean="0"/>
              <a:t>7/17/2026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65434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872039" y="685800"/>
            <a:ext cx="6699502" cy="544263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9A800E76-1D17-4D69-8CAC-375B9D870EF2}" type="datetime1">
              <a:rPr lang="en-US" smtClean="0"/>
              <a:t>7/17/2026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88313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10972800" cy="1828800"/>
          </a:xfrm>
        </p:spPr>
        <p:txBody>
          <a:bodyPr anchor="b">
            <a:noAutofit/>
          </a:bodyPr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429000"/>
            <a:ext cx="10972800" cy="2743198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07EC6D5-3C89-D412-4A74-4DD843571D29}"/>
              </a:ext>
            </a:extLst>
          </p:cNvPr>
          <p:cNvCxnSpPr/>
          <p:nvPr userDrawn="1"/>
        </p:nvCxnSpPr>
        <p:spPr>
          <a:xfrm>
            <a:off x="621792" y="2895600"/>
            <a:ext cx="109636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63BBFD72-7E05-4DA5-B65B-57794270F74F}" type="datetime1">
              <a:rPr lang="en-US" smtClean="0"/>
              <a:t>7/17/2026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1205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AB975A1-C2E9-D1D4-3C6F-7296B13798B1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243F218-F67B-B464-9035-A6AA389E6224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1F0E05A-E796-C1AE-DCB2-706459874FC1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C863187-9C01-45D7-5737-0DEACAA80C83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8226424" cy="3725056"/>
          </a:xfrm>
        </p:spPr>
        <p:txBody>
          <a:bodyPr anchor="b">
            <a:noAutofit/>
          </a:bodyPr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7" y="4572000"/>
            <a:ext cx="8226424" cy="1608008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800"/>
            </a:lvl2pPr>
            <a:lvl3pPr marL="457200" indent="0">
              <a:buNone/>
              <a:defRPr sz="1800"/>
            </a:lvl3pPr>
            <a:lvl4pPr marL="685800" indent="0">
              <a:buNone/>
              <a:defRPr sz="1800"/>
            </a:lvl4pPr>
            <a:lvl5pPr marL="914400" indent="0"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4B5631E4-BECA-4E16-8FEB-8474E60A6ED0}" type="datetime1">
              <a:rPr lang="en-US" smtClean="0"/>
              <a:t>7/17/2026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5364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9"/>
            <a:ext cx="10963655" cy="9144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600200"/>
            <a:ext cx="10963656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02C1A34-7545-4043-BE50-19038F8AF22C}" type="datetime1">
              <a:rPr lang="en-US" smtClean="0"/>
              <a:t>7/17/2026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949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19" r:id="rId1"/>
    <p:sldLayoutId id="2147484115" r:id="rId2"/>
    <p:sldLayoutId id="2147484114" r:id="rId3"/>
    <p:sldLayoutId id="2147484116" r:id="rId4"/>
    <p:sldLayoutId id="2147484117" r:id="rId5"/>
    <p:sldLayoutId id="2147484118" r:id="rId6"/>
    <p:sldLayoutId id="2147484120" r:id="rId7"/>
    <p:sldLayoutId id="2147484121" r:id="rId8"/>
    <p:sldLayoutId id="2147484122" r:id="rId9"/>
    <p:sldLayoutId id="2147484169" r:id="rId10"/>
    <p:sldLayoutId id="2147484124" r:id="rId11"/>
    <p:sldLayoutId id="2147484125" r:id="rId12"/>
    <p:sldLayoutId id="2147484126" r:id="rId13"/>
    <p:sldLayoutId id="2147484127" r:id="rId14"/>
    <p:sldLayoutId id="2147484128" r:id="rId15"/>
    <p:sldLayoutId id="2147484129" r:id="rId16"/>
    <p:sldLayoutId id="2147484130" r:id="rId17"/>
    <p:sldLayoutId id="2147484131" r:id="rId18"/>
    <p:sldLayoutId id="2147484132" r:id="rId19"/>
    <p:sldLayoutId id="2147484133" r:id="rId20"/>
    <p:sldLayoutId id="2147484134" r:id="rId21"/>
    <p:sldLayoutId id="2147484135" r:id="rId22"/>
    <p:sldLayoutId id="2147484136" r:id="rId23"/>
    <p:sldLayoutId id="2147484137" r:id="rId24"/>
    <p:sldLayoutId id="2147484138" r:id="rId25"/>
    <p:sldLayoutId id="2147484139" r:id="rId26"/>
    <p:sldLayoutId id="2147484140" r:id="rId27"/>
    <p:sldLayoutId id="2147484141" r:id="rId28"/>
    <p:sldLayoutId id="2147484142" r:id="rId29"/>
    <p:sldLayoutId id="2147484143" r:id="rId30"/>
    <p:sldLayoutId id="2147484144" r:id="rId31"/>
    <p:sldLayoutId id="2147484145" r:id="rId32"/>
    <p:sldLayoutId id="2147484146" r:id="rId33"/>
    <p:sldLayoutId id="2147484147" r:id="rId34"/>
    <p:sldLayoutId id="2147484148" r:id="rId35"/>
    <p:sldLayoutId id="2147484149" r:id="rId36"/>
    <p:sldLayoutId id="2147484150" r:id="rId37"/>
    <p:sldLayoutId id="2147484152" r:id="rId38"/>
    <p:sldLayoutId id="2147484153" r:id="rId39"/>
    <p:sldLayoutId id="2147484157" r:id="rId40"/>
    <p:sldLayoutId id="2147484158" r:id="rId41"/>
    <p:sldLayoutId id="2147484159" r:id="rId42"/>
    <p:sldLayoutId id="2147484160" r:id="rId43"/>
    <p:sldLayoutId id="2147484161" r:id="rId44"/>
    <p:sldLayoutId id="2147484162" r:id="rId45"/>
    <p:sldLayoutId id="2147484163" r:id="rId46"/>
    <p:sldLayoutId id="2147484164" r:id="rId47"/>
    <p:sldLayoutId id="2147484165" r:id="rId48"/>
    <p:sldLayoutId id="2147484166" r:id="rId49"/>
    <p:sldLayoutId id="2147484167" r:id="rId50"/>
    <p:sldLayoutId id="2147484168" r:id="rId51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400" b="0" i="0" kern="1200" cap="all" spc="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2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600" b="0" i="0" kern="1200">
          <a:solidFill>
            <a:schemeClr val="tx2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7" orient="horz" pos="2160">
          <p15:clr>
            <a:srgbClr val="F26B43"/>
          </p15:clr>
        </p15:guide>
        <p15:guide id="28" pos="3840">
          <p15:clr>
            <a:srgbClr val="F26B43"/>
          </p15:clr>
        </p15:guide>
        <p15:guide id="29" pos="7296">
          <p15:clr>
            <a:srgbClr val="F26B43"/>
          </p15:clr>
        </p15:guide>
        <p15:guide id="30" pos="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jpeg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FF4B6-3F85-6E67-ED81-212443682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A0CBC46-76F5-CB3F-9BF0-DE7BBD3C66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8000"/>
              <a:t>CS489</a:t>
            </a:r>
            <a:br>
              <a:rPr lang="en-US" sz="8000"/>
            </a:br>
            <a:r>
              <a:rPr lang="en-US" sz="8000"/>
              <a:t>Fitness Tracker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5CA5C5AD-7278-E875-15B7-835123AC22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/>
              <a:t>Aidan DeMuth, Tommy Gaffney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2C9B255-BB50-B2D4-7938-9335BDF07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452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73BC9-4F49-73B9-74D8-B041E0E7C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39496"/>
            <a:ext cx="10963655" cy="762001"/>
          </a:xfrm>
        </p:spPr>
        <p:txBody>
          <a:bodyPr/>
          <a:lstStyle/>
          <a:p>
            <a:r>
              <a:rPr lang="en-US"/>
              <a:t>Problem to be solved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4743E-B7D2-3758-5FE6-A4A1A8A661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417320"/>
            <a:ext cx="10963656" cy="4343400"/>
          </a:xfrm>
        </p:spPr>
        <p:txBody>
          <a:bodyPr/>
          <a:lstStyle/>
          <a:p>
            <a:pPr marL="342900" indent="-342900">
              <a:buFontTx/>
              <a:buChar char="-"/>
            </a:pPr>
            <a:r>
              <a:rPr lang="en-US" sz="2000" dirty="0"/>
              <a:t>Athletes and health enthusiasts want detailed data about their workouts and training to measure improvement</a:t>
            </a:r>
          </a:p>
          <a:p>
            <a:pPr marL="342900" indent="-342900">
              <a:buFontTx/>
              <a:buChar char="-"/>
            </a:pPr>
            <a:r>
              <a:rPr lang="en-US" sz="2000" dirty="0"/>
              <a:t>Most options available are expensive (Anywhere from $200-$500+ for core features)</a:t>
            </a:r>
          </a:p>
          <a:p>
            <a:pPr marL="342900" indent="-342900">
              <a:buFontTx/>
              <a:buChar char="-"/>
            </a:pPr>
            <a:r>
              <a:rPr lang="en-US" sz="2000" dirty="0"/>
              <a:t>Collecting large volumes of data is necessary, and unrealistic by hand</a:t>
            </a:r>
          </a:p>
          <a:p>
            <a:pPr marL="342900" indent="-342900">
              <a:buFontTx/>
              <a:buChar char="-"/>
            </a:pPr>
            <a:r>
              <a:rPr lang="en-US" sz="2000" dirty="0"/>
              <a:t>Our fitness tracker will automatically log exercises, and the application will display them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ED99A171-9022-AD6A-D815-D8D781958C98}"/>
              </a:ext>
            </a:extLst>
          </p:cNvPr>
          <p:cNvSpPr/>
          <p:nvPr/>
        </p:nvSpPr>
        <p:spPr>
          <a:xfrm>
            <a:off x="5073229" y="4985264"/>
            <a:ext cx="1143000" cy="2286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293221F-03D2-05FD-A12F-49BA00B9B8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3421" y="3614412"/>
            <a:ext cx="3946916" cy="2970307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3033A2-F633-B2F6-EB79-AA85A069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1C50B5-4D36-6837-615A-FC37620687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8" t="26952" r="8965" b="7496"/>
          <a:stretch>
            <a:fillRect/>
          </a:stretch>
        </p:blipFill>
        <p:spPr>
          <a:xfrm>
            <a:off x="2142697" y="3734793"/>
            <a:ext cx="2113340" cy="2729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3176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82110-4E96-7F35-CDC9-2732AEA07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99468"/>
            <a:ext cx="10963655" cy="762001"/>
          </a:xfrm>
        </p:spPr>
        <p:txBody>
          <a:bodyPr/>
          <a:lstStyle/>
          <a:p>
            <a:r>
              <a:rPr lang="en-US"/>
              <a:t>Hardware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3557F7-08C3-6AE2-82F8-BC568AABC0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308" y="1447800"/>
            <a:ext cx="2883526" cy="288352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04A8022-C227-7B62-FC5D-2E32B68C0D62}"/>
              </a:ext>
            </a:extLst>
          </p:cNvPr>
          <p:cNvSpPr txBox="1"/>
          <p:nvPr/>
        </p:nvSpPr>
        <p:spPr>
          <a:xfrm>
            <a:off x="983525" y="4252148"/>
            <a:ext cx="1693092" cy="369332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algn="ctr"/>
            <a:r>
              <a:rPr lang="en-US"/>
              <a:t>ESP32 </a:t>
            </a:r>
            <a:r>
              <a:rPr lang="en-US" err="1"/>
              <a:t>DevkitC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D1FB6B-A046-0541-82D1-8218F0E8C0A4}"/>
              </a:ext>
            </a:extLst>
          </p:cNvPr>
          <p:cNvSpPr txBox="1"/>
          <p:nvPr/>
        </p:nvSpPr>
        <p:spPr>
          <a:xfrm>
            <a:off x="3395590" y="4113648"/>
            <a:ext cx="2093844" cy="646331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algn="ctr"/>
            <a:r>
              <a:rPr lang="en-US"/>
              <a:t>NEO 6M GPS Module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25AE80-6226-C9B2-70E6-02C2A0450F29}"/>
              </a:ext>
            </a:extLst>
          </p:cNvPr>
          <p:cNvSpPr txBox="1"/>
          <p:nvPr/>
        </p:nvSpPr>
        <p:spPr>
          <a:xfrm>
            <a:off x="6084651" y="4087140"/>
            <a:ext cx="2093843" cy="64633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algn="ctr"/>
            <a:r>
              <a:rPr lang="en-US"/>
              <a:t>MAX 30102 </a:t>
            </a:r>
          </a:p>
          <a:p>
            <a:pPr algn="ctr"/>
            <a:r>
              <a:rPr lang="en-US"/>
              <a:t>Heart Rate Sensor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AE98ED-9C6B-4251-4761-DB1F3C927600}"/>
              </a:ext>
            </a:extLst>
          </p:cNvPr>
          <p:cNvSpPr txBox="1"/>
          <p:nvPr/>
        </p:nvSpPr>
        <p:spPr>
          <a:xfrm>
            <a:off x="9150812" y="4087140"/>
            <a:ext cx="1632167" cy="646331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en-US"/>
              <a:t>3.7V 1200mAh</a:t>
            </a:r>
          </a:p>
          <a:p>
            <a:r>
              <a:rPr lang="en-US"/>
              <a:t>LiPo Battery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DFA7C8-093A-176A-D6EF-28EA393DF9DE}"/>
              </a:ext>
            </a:extLst>
          </p:cNvPr>
          <p:cNvSpPr txBox="1"/>
          <p:nvPr/>
        </p:nvSpPr>
        <p:spPr>
          <a:xfrm>
            <a:off x="6096000" y="5662269"/>
            <a:ext cx="2028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Jumper Wires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99AD99F-6289-9B9E-B249-8B1A462D47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5166" y="1491991"/>
            <a:ext cx="2636600" cy="257407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F1995CF-0D13-9D04-449B-D637147999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6486" y="1729911"/>
            <a:ext cx="2107682" cy="210768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6CE9F98-CA7A-344D-F13E-8385BD56BC6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99" t="22800" r="18001" b="23342"/>
          <a:stretch>
            <a:fillRect/>
          </a:stretch>
        </p:blipFill>
        <p:spPr>
          <a:xfrm>
            <a:off x="418759" y="5314287"/>
            <a:ext cx="1509691" cy="120994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AE4A61EA-E316-1605-F26A-4221804B5372}"/>
              </a:ext>
            </a:extLst>
          </p:cNvPr>
          <p:cNvSpPr txBox="1"/>
          <p:nvPr/>
        </p:nvSpPr>
        <p:spPr>
          <a:xfrm>
            <a:off x="1857922" y="5662269"/>
            <a:ext cx="20282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Tactile Push Button Switches 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8E5B3EA4-9710-9733-0F12-90CF88E2C1B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0" y="5235791"/>
            <a:ext cx="1936182" cy="1288441"/>
          </a:xfrm>
          <a:prstGeom prst="rect">
            <a:avLst/>
          </a:prstGeom>
        </p:spPr>
      </p:pic>
      <p:pic>
        <p:nvPicPr>
          <p:cNvPr id="1026" name="Picture 2" descr="MT3608 Step-Up Adjustable DC-DC Switching Boost Converter">
            <a:extLst>
              <a:ext uri="{FF2B5EF4-FFF2-40B4-BE49-F238E27FC236}">
                <a16:creationId xmlns:a16="http://schemas.microsoft.com/office/drawing/2014/main" id="{F077F996-19E2-CEA5-2841-2991E0FF13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/>
          <a:srcRect/>
          <a:stretch/>
        </p:blipFill>
        <p:spPr bwMode="auto">
          <a:xfrm>
            <a:off x="8069878" y="4800013"/>
            <a:ext cx="2093844" cy="2093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7B3848B-3024-9323-03D0-8892226F525D}"/>
              </a:ext>
            </a:extLst>
          </p:cNvPr>
          <p:cNvSpPr txBox="1"/>
          <p:nvPr/>
        </p:nvSpPr>
        <p:spPr>
          <a:xfrm>
            <a:off x="9858922" y="5662269"/>
            <a:ext cx="20282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Step-Up</a:t>
            </a:r>
          </a:p>
          <a:p>
            <a:pPr algn="ctr"/>
            <a:r>
              <a:rPr lang="en-US"/>
              <a:t>DC Converter</a:t>
            </a:r>
          </a:p>
        </p:txBody>
      </p:sp>
      <p:pic>
        <p:nvPicPr>
          <p:cNvPr id="4" name="Picture 2" descr="NEO-6M Module">
            <a:extLst>
              <a:ext uri="{FF2B5EF4-FFF2-40B4-BE49-F238E27FC236}">
                <a16:creationId xmlns:a16="http://schemas.microsoft.com/office/drawing/2014/main" id="{14EB4478-9144-2244-39A0-D6F2BD288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/>
          <a:srcRect/>
          <a:stretch/>
        </p:blipFill>
        <p:spPr bwMode="auto">
          <a:xfrm>
            <a:off x="3065138" y="1170999"/>
            <a:ext cx="2720478" cy="2040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E12AA39-BB3F-3C87-7B39-34D59051CE4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3365846" y="2714554"/>
            <a:ext cx="1936183" cy="141720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AA6E07-8D21-A8B4-9D9E-4AB7B3BE5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830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34817-E640-5EAD-EF7B-A15AB588D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DECC9-BC84-760F-4A55-2097A33FD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99468"/>
            <a:ext cx="10963655" cy="762001"/>
          </a:xfrm>
        </p:spPr>
        <p:txBody>
          <a:bodyPr/>
          <a:lstStyle/>
          <a:p>
            <a:r>
              <a:rPr lang="en-US"/>
              <a:t>Hardware design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509B15-2488-3AB4-6FD2-5CC6E0F13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1B8F91-C292-D783-46FB-F21C4A6B0B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98" y="1373315"/>
            <a:ext cx="5481827" cy="411137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4A23B4F-295B-0944-52AD-E38B73D736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2974" y="1358075"/>
            <a:ext cx="5481828" cy="411137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FCC3F66-C737-C573-2860-2B1641055DAD}"/>
              </a:ext>
            </a:extLst>
          </p:cNvPr>
          <p:cNvSpPr txBox="1"/>
          <p:nvPr/>
        </p:nvSpPr>
        <p:spPr>
          <a:xfrm>
            <a:off x="1224608" y="5731526"/>
            <a:ext cx="3632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Top View (HR, GPS, Board, Wiring)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FDE8DD-FE43-2388-0BF0-D5C170B56E23}"/>
              </a:ext>
            </a:extLst>
          </p:cNvPr>
          <p:cNvSpPr txBox="1"/>
          <p:nvPr/>
        </p:nvSpPr>
        <p:spPr>
          <a:xfrm>
            <a:off x="6819254" y="5731526"/>
            <a:ext cx="4349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Bottom View (Converter, Battery, Wiring)</a:t>
            </a:r>
          </a:p>
        </p:txBody>
      </p:sp>
    </p:spTree>
    <p:extLst>
      <p:ext uri="{BB962C8B-B14F-4D97-AF65-F5344CB8AC3E}">
        <p14:creationId xmlns:p14="http://schemas.microsoft.com/office/powerpoint/2010/main" val="15143648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55E07-1A4D-D003-AD7D-EB9872E18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5" y="129692"/>
            <a:ext cx="10963655" cy="1133170"/>
          </a:xfrm>
        </p:spPr>
        <p:txBody>
          <a:bodyPr/>
          <a:lstStyle/>
          <a:p>
            <a:r>
              <a:rPr lang="en-US"/>
              <a:t>Software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15E58-5AD3-2F41-A21D-2BD4979EAD0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8871" y="2074114"/>
            <a:ext cx="5074920" cy="4195763"/>
          </a:xfrm>
        </p:spPr>
        <p:txBody>
          <a:bodyPr/>
          <a:lstStyle/>
          <a:p>
            <a:pPr marL="342900" indent="-342900">
              <a:buFontTx/>
              <a:buChar char="-"/>
            </a:pPr>
            <a:r>
              <a:rPr lang="en-US" sz="2000"/>
              <a:t>Written with Arduino Core</a:t>
            </a:r>
          </a:p>
          <a:p>
            <a:pPr marL="571500" lvl="1" indent="-342900">
              <a:buFontTx/>
              <a:buChar char="-"/>
            </a:pPr>
            <a:r>
              <a:rPr lang="en-US" sz="2000"/>
              <a:t>Makes I2C communication and data transfer over serial simple</a:t>
            </a:r>
          </a:p>
          <a:p>
            <a:pPr marL="342900" indent="-342900">
              <a:buFontTx/>
              <a:buChar char="-"/>
            </a:pPr>
            <a:r>
              <a:rPr lang="en-US" sz="2000"/>
              <a:t>Forever Loop polls every 5 seconds:</a:t>
            </a:r>
          </a:p>
          <a:p>
            <a:pPr marL="571500" lvl="1" indent="-342900">
              <a:buFontTx/>
              <a:buChar char="-"/>
            </a:pPr>
            <a:r>
              <a:rPr lang="en-US" sz="2000"/>
              <a:t>HR Sensor talks over I2C</a:t>
            </a:r>
          </a:p>
          <a:p>
            <a:pPr marL="571500" lvl="1" indent="-342900">
              <a:buFontTx/>
              <a:buChar char="-"/>
            </a:pPr>
            <a:r>
              <a:rPr lang="en-US" sz="2000"/>
              <a:t>GPS Module talks over UART</a:t>
            </a:r>
          </a:p>
          <a:p>
            <a:pPr marL="571500" lvl="1" indent="-342900">
              <a:buFontTx/>
              <a:buChar char="-"/>
            </a:pPr>
            <a:r>
              <a:rPr lang="en-US" sz="2000"/>
              <a:t>Button presses</a:t>
            </a:r>
          </a:p>
          <a:p>
            <a:pPr marL="342900" indent="-342900">
              <a:buFontTx/>
              <a:buChar char="-"/>
            </a:pPr>
            <a:r>
              <a:rPr lang="en-US" sz="2000"/>
              <a:t>NMEA sentences are filtered</a:t>
            </a:r>
          </a:p>
          <a:p>
            <a:pPr marL="571500" lvl="1" indent="-342900">
              <a:buFontTx/>
              <a:buChar char="-"/>
            </a:pPr>
            <a:r>
              <a:rPr lang="en-US" sz="2000"/>
              <a:t>Uses </a:t>
            </a:r>
            <a:r>
              <a:rPr lang="en-US" sz="2000" err="1"/>
              <a:t>LittleFS</a:t>
            </a:r>
            <a:r>
              <a:rPr lang="en-US" sz="2000"/>
              <a:t> to write lines to ESP32 flash memory (when recording)</a:t>
            </a:r>
          </a:p>
          <a:p>
            <a:pPr marL="571500" lvl="1" indent="-342900">
              <a:buFontTx/>
              <a:buChar char="-"/>
            </a:pPr>
            <a:r>
              <a:rPr lang="en-US" sz="2000"/>
              <a:t>Downloaded later to be processed by application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133D78-507C-9D25-50CF-D6F3431C22A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97065" y="2074114"/>
            <a:ext cx="5075237" cy="4195763"/>
          </a:xfrm>
        </p:spPr>
        <p:txBody>
          <a:bodyPr/>
          <a:lstStyle/>
          <a:p>
            <a:pPr marL="342900" indent="-342900">
              <a:buFontTx/>
              <a:buChar char="-"/>
            </a:pPr>
            <a:r>
              <a:rPr lang="en-US" sz="2000"/>
              <a:t>Executable application displays data using the pywebview library</a:t>
            </a:r>
          </a:p>
          <a:p>
            <a:pPr marL="571500" lvl="1" indent="-342900">
              <a:buFontTx/>
              <a:buChar char="-"/>
            </a:pPr>
            <a:r>
              <a:rPr lang="en-US" sz="2000"/>
              <a:t>Displays GPS data on top half of screen and heart rate data on bottom</a:t>
            </a:r>
          </a:p>
          <a:p>
            <a:pPr marL="571500" lvl="1" indent="-342900">
              <a:buFontTx/>
              <a:buChar char="-"/>
            </a:pPr>
            <a:r>
              <a:rPr lang="en-US" sz="2000"/>
              <a:t>GPS location markers overlaid on map using Leaflet library</a:t>
            </a:r>
          </a:p>
          <a:p>
            <a:pPr marL="571500" lvl="1" indent="-342900">
              <a:buFontTx/>
              <a:buChar char="-"/>
            </a:pPr>
            <a:r>
              <a:rPr lang="en-US" sz="2000"/>
              <a:t>User has options to upload data from the device or view previous workouts</a:t>
            </a:r>
          </a:p>
          <a:p>
            <a:pPr marL="342900" indent="-342900">
              <a:buFontTx/>
              <a:buChar char="-"/>
            </a:pPr>
            <a:r>
              <a:rPr lang="en-US" sz="2000"/>
              <a:t>Data sent over serial connection from the device to computer</a:t>
            </a:r>
          </a:p>
          <a:p>
            <a:pPr marL="571500" lvl="1" indent="-342900">
              <a:buFontTx/>
              <a:buChar char="-"/>
            </a:pPr>
            <a:r>
              <a:rPr lang="en-US" sz="2000"/>
              <a:t>After upload, data is saved as a JSON file and stored in application folder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9202A-F5E0-678F-3C75-24ABB173314A}"/>
              </a:ext>
            </a:extLst>
          </p:cNvPr>
          <p:cNvSpPr txBox="1"/>
          <p:nvPr/>
        </p:nvSpPr>
        <p:spPr>
          <a:xfrm>
            <a:off x="612775" y="1491732"/>
            <a:ext cx="15263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/>
              <a:t>Firmware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188C4F-43E1-1BA9-BB45-580FBD01F2DD}"/>
              </a:ext>
            </a:extLst>
          </p:cNvPr>
          <p:cNvSpPr txBox="1"/>
          <p:nvPr/>
        </p:nvSpPr>
        <p:spPr>
          <a:xfrm>
            <a:off x="6497065" y="1444725"/>
            <a:ext cx="17219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/>
              <a:t>Application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C90DC1-9D13-23FD-2A4B-F40876BC6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740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FCCD2-CA48-C40E-1734-B2DFA5057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Roadblocks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54172E-3D72-3539-DF8E-8502C98143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4572000"/>
            <a:ext cx="3578351" cy="1600200"/>
          </a:xfrm>
        </p:spPr>
        <p:txBody>
          <a:bodyPr/>
          <a:lstStyle/>
          <a:p>
            <a:pPr marL="285750" indent="-285750">
              <a:buFontTx/>
              <a:buChar char="-"/>
            </a:pPr>
            <a:r>
              <a:rPr lang="en-US" sz="1800" dirty="0"/>
              <a:t>GPS Module effectively required the antenna, ceramic patch was insufficient</a:t>
            </a:r>
          </a:p>
          <a:p>
            <a:pPr marL="285750" indent="-285750">
              <a:buFontTx/>
              <a:buChar char="-"/>
            </a:pPr>
            <a:r>
              <a:rPr lang="en-US" sz="1800" dirty="0"/>
              <a:t>Extremely difficult to get a fix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B0E9E1B-AEA5-D7FE-6C6F-264FA99A2A45}"/>
              </a:ext>
            </a:extLst>
          </p:cNvPr>
          <p:cNvSpPr txBox="1">
            <a:spLocks/>
          </p:cNvSpPr>
          <p:nvPr/>
        </p:nvSpPr>
        <p:spPr>
          <a:xfrm>
            <a:off x="7997952" y="4572000"/>
            <a:ext cx="3578351" cy="1600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Tx/>
              <a:buChar char="-"/>
            </a:pPr>
            <a:r>
              <a:rPr lang="en-US" sz="1800"/>
              <a:t>We had to make compromises with our initial design</a:t>
            </a:r>
          </a:p>
          <a:p>
            <a:pPr marL="285750" indent="-285750">
              <a:buFontTx/>
              <a:buChar char="-"/>
            </a:pPr>
            <a:r>
              <a:rPr lang="en-US" sz="1800"/>
              <a:t>Data transfer over Wi-Fi worked initially, but began failing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5265AFE-8498-E4DB-9F29-50FFEB6B1AC3}"/>
              </a:ext>
            </a:extLst>
          </p:cNvPr>
          <p:cNvSpPr txBox="1">
            <a:spLocks/>
          </p:cNvSpPr>
          <p:nvPr/>
        </p:nvSpPr>
        <p:spPr>
          <a:xfrm>
            <a:off x="4305299" y="4572000"/>
            <a:ext cx="3578351" cy="1600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Tx/>
              <a:buChar char="-"/>
            </a:pPr>
            <a:r>
              <a:rPr lang="en-US" sz="1800" dirty="0"/>
              <a:t>Heart rate sensor barely worked without solder</a:t>
            </a:r>
          </a:p>
          <a:p>
            <a:pPr marL="285750" indent="-285750">
              <a:buFontTx/>
              <a:buChar char="-"/>
            </a:pPr>
            <a:r>
              <a:rPr lang="en-US" sz="1800" dirty="0"/>
              <a:t>Needed to be pressed into the skin, cannot lightly sit on top</a:t>
            </a:r>
          </a:p>
          <a:p>
            <a:pPr marL="285750" indent="-285750">
              <a:buFontTx/>
              <a:buChar char="-"/>
            </a:pPr>
            <a:r>
              <a:rPr lang="en-US" sz="1800" dirty="0"/>
              <a:t>Need to block out ALL ambient light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548DD74-53C9-D6E3-A336-3088436B2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6</a:t>
            </a:fld>
            <a:endParaRPr 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B2A046BF-7911-40F9-ED70-43895AA7FA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7997952" y="1885950"/>
            <a:ext cx="3810000" cy="2247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F6212EA-B554-596A-DBBE-A9AA69BE07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37" t="17862" r="22088" b="26571"/>
          <a:stretch>
            <a:fillRect/>
          </a:stretch>
        </p:blipFill>
        <p:spPr>
          <a:xfrm>
            <a:off x="612647" y="1849215"/>
            <a:ext cx="1545997" cy="258525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3BF299D-FBC9-713B-454B-28311B9507A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20" t="25153" r="33448" b="22083"/>
          <a:stretch>
            <a:fillRect/>
          </a:stretch>
        </p:blipFill>
        <p:spPr>
          <a:xfrm>
            <a:off x="2330244" y="1849214"/>
            <a:ext cx="1626929" cy="258525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55C2089-1002-ABDD-8AA0-E34D10ECB52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04" t="31111" r="24257" b="33333"/>
          <a:stretch>
            <a:fillRect/>
          </a:stretch>
        </p:blipFill>
        <p:spPr>
          <a:xfrm>
            <a:off x="4881266" y="1885950"/>
            <a:ext cx="2192593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0962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AE3FD-2E11-697C-5D83-2DB3DACEB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did we learn?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6C82CE-758A-F16F-29EF-F387A228C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828800"/>
            <a:ext cx="6958585" cy="4343400"/>
          </a:xfrm>
        </p:spPr>
        <p:txBody>
          <a:bodyPr/>
          <a:lstStyle/>
          <a:p>
            <a:r>
              <a:rPr lang="en-US" sz="2000" dirty="0"/>
              <a:t>While working on this project, we learned that hardware can be…</a:t>
            </a:r>
          </a:p>
          <a:p>
            <a:pPr marL="571500" lvl="1" indent="-342900">
              <a:buFont typeface="+mj-lt"/>
              <a:buAutoNum type="arabicPeriod"/>
            </a:pPr>
            <a:r>
              <a:rPr lang="en-US" sz="2000" dirty="0"/>
              <a:t>Unpredictable</a:t>
            </a:r>
          </a:p>
          <a:p>
            <a:pPr marL="571500" lvl="1" indent="-342900">
              <a:buFont typeface="+mj-lt"/>
              <a:buAutoNum type="arabicPeriod"/>
            </a:pPr>
            <a:r>
              <a:rPr lang="en-US" sz="2000" dirty="0"/>
              <a:t>Inaccurate </a:t>
            </a:r>
            <a:r>
              <a:rPr lang="en-US" sz="2000" i="1" dirty="0"/>
              <a:t>(When you’re working on a budget) </a:t>
            </a:r>
          </a:p>
          <a:p>
            <a:pPr marL="571500" lvl="1" indent="-342900">
              <a:buFont typeface="+mj-lt"/>
              <a:buAutoNum type="arabicPeriod"/>
            </a:pPr>
            <a:r>
              <a:rPr lang="en-US" sz="2000" dirty="0"/>
              <a:t>Frustrating to Learn</a:t>
            </a:r>
          </a:p>
          <a:p>
            <a:r>
              <a:rPr lang="en-US" sz="2000" dirty="0"/>
              <a:t>Despite these hardships, we also learned many important skills that may help us on similar projects in the future:</a:t>
            </a:r>
          </a:p>
          <a:p>
            <a:pPr marL="571500" lvl="1" indent="-342900">
              <a:buFont typeface="+mj-lt"/>
              <a:buAutoNum type="arabicPeriod"/>
            </a:pPr>
            <a:r>
              <a:rPr lang="en-US" sz="2000" dirty="0"/>
              <a:t>How to solder components to a board</a:t>
            </a:r>
          </a:p>
          <a:p>
            <a:pPr marL="571500" lvl="1" indent="-342900">
              <a:buFont typeface="+mj-lt"/>
              <a:buAutoNum type="arabicPeriod"/>
            </a:pPr>
            <a:r>
              <a:rPr lang="en-US" sz="2000" dirty="0"/>
              <a:t>How to use Arduino IDE to write the code for a microcontroller</a:t>
            </a:r>
          </a:p>
          <a:p>
            <a:pPr marL="571500" lvl="1" indent="-342900">
              <a:buFont typeface="+mj-lt"/>
              <a:buAutoNum type="arabicPeriod"/>
            </a:pPr>
            <a:r>
              <a:rPr lang="en-US" sz="2000" dirty="0"/>
              <a:t>How to correctly wire a circuit without getting electrocuted</a:t>
            </a:r>
          </a:p>
          <a:p>
            <a:pPr marL="571500" lvl="1" indent="-342900">
              <a:buFont typeface="+mj-lt"/>
              <a:buAutoNum type="arabicPeriod"/>
            </a:pPr>
            <a:r>
              <a:rPr lang="en-US" sz="2000" dirty="0"/>
              <a:t>How to divide up workloads that depend on each other</a:t>
            </a:r>
          </a:p>
        </p:txBody>
      </p:sp>
      <p:pic>
        <p:nvPicPr>
          <p:cNvPr id="2050" name="Picture 2" descr="Soldering Iron User Guide - Northeastern Makerspaces">
            <a:extLst>
              <a:ext uri="{FF2B5EF4-FFF2-40B4-BE49-F238E27FC236}">
                <a16:creationId xmlns:a16="http://schemas.microsoft.com/office/drawing/2014/main" id="{B6364CFF-3F45-DF31-3571-CE51E34E3C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6968271" y="3692446"/>
            <a:ext cx="4964650" cy="2754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15D616-76A5-07C2-8E42-A014D6D95B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75" r="5920" b="10258"/>
          <a:stretch>
            <a:fillRect/>
          </a:stretch>
        </p:blipFill>
        <p:spPr>
          <a:xfrm>
            <a:off x="8138161" y="1029631"/>
            <a:ext cx="3227831" cy="260795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DAA418-6835-914E-4B0D-EF71308A8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6564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2B1FF-5816-4B92-6149-B021B9F41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Additions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A46894B-9A25-281E-A0C8-7FC6048E53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1156" y="1447801"/>
            <a:ext cx="1588276" cy="158827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B07FC81-16B8-9F3D-FA16-FD4F9CF2FF7B}"/>
              </a:ext>
            </a:extLst>
          </p:cNvPr>
          <p:cNvSpPr/>
          <p:nvPr/>
        </p:nvSpPr>
        <p:spPr>
          <a:xfrm>
            <a:off x="2373628" y="1729741"/>
            <a:ext cx="5867400" cy="12192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Use CAD to design a proper case and strap that still exposes HR sensor to skin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823E228-DCFE-2490-6619-FDC92D0F0901}"/>
              </a:ext>
            </a:extLst>
          </p:cNvPr>
          <p:cNvSpPr/>
          <p:nvPr/>
        </p:nvSpPr>
        <p:spPr>
          <a:xfrm>
            <a:off x="2373628" y="3299460"/>
            <a:ext cx="5867400" cy="12192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OLED display that shows a live metric (AVG pace)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5845A06-9AFC-1BA1-8FB2-5921D929FC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4680" y="2688446"/>
            <a:ext cx="2441227" cy="244122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7558AF8-784A-DC30-CB0D-730C396EF863}"/>
              </a:ext>
            </a:extLst>
          </p:cNvPr>
          <p:cNvSpPr/>
          <p:nvPr/>
        </p:nvSpPr>
        <p:spPr>
          <a:xfrm>
            <a:off x="988059" y="1729742"/>
            <a:ext cx="1385570" cy="121919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510FE0-27E4-5A03-3B17-16F134D9C5CA}"/>
              </a:ext>
            </a:extLst>
          </p:cNvPr>
          <p:cNvSpPr/>
          <p:nvPr/>
        </p:nvSpPr>
        <p:spPr>
          <a:xfrm>
            <a:off x="988059" y="3299461"/>
            <a:ext cx="1385570" cy="121919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4DA27C-94EC-3231-0731-BA8486BCA55A}"/>
              </a:ext>
            </a:extLst>
          </p:cNvPr>
          <p:cNvSpPr/>
          <p:nvPr/>
        </p:nvSpPr>
        <p:spPr>
          <a:xfrm>
            <a:off x="2373628" y="4869179"/>
            <a:ext cx="5867400" cy="12192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Improved biometric data on application side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77C3EC-BAB1-55C5-5ED2-C069A7900A64}"/>
              </a:ext>
            </a:extLst>
          </p:cNvPr>
          <p:cNvSpPr/>
          <p:nvPr/>
        </p:nvSpPr>
        <p:spPr>
          <a:xfrm>
            <a:off x="988059" y="4869180"/>
            <a:ext cx="1385570" cy="121919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>
                <a:solidFill>
                  <a:schemeClr val="tx1"/>
                </a:solidFill>
              </a:rPr>
              <a:t>3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F127763-1F8A-4B7C-F0DD-03DC9049632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8892" y="4889460"/>
            <a:ext cx="1172804" cy="1198919"/>
          </a:xfrm>
          <a:prstGeom prst="rect">
            <a:avLst/>
          </a:prstGeom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27400D4-416F-C6D6-F66E-B898CD491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7649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8ABDD-6F61-A6D4-7A53-86622AFFC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508" y="600819"/>
            <a:ext cx="10963655" cy="762001"/>
          </a:xfrm>
        </p:spPr>
        <p:txBody>
          <a:bodyPr/>
          <a:lstStyle/>
          <a:p>
            <a:r>
              <a:rPr lang="en-US"/>
              <a:t>Contributions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3CA69A2-05B6-0AEE-33FF-CB5A4F296425}"/>
              </a:ext>
            </a:extLst>
          </p:cNvPr>
          <p:cNvSpPr txBox="1">
            <a:spLocks/>
          </p:cNvSpPr>
          <p:nvPr/>
        </p:nvSpPr>
        <p:spPr>
          <a:xfrm>
            <a:off x="1608422" y="2638281"/>
            <a:ext cx="5074920" cy="419576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Tx/>
              <a:buChar char="-"/>
            </a:pPr>
            <a:r>
              <a:rPr lang="en-US" sz="2000" dirty="0"/>
              <a:t>Wrote firmware</a:t>
            </a:r>
          </a:p>
          <a:p>
            <a:pPr marL="342900" indent="-342900">
              <a:buFontTx/>
              <a:buChar char="-"/>
            </a:pPr>
            <a:r>
              <a:rPr lang="en-US" sz="2000" dirty="0"/>
              <a:t>NMEA Parsing</a:t>
            </a:r>
          </a:p>
          <a:p>
            <a:pPr marL="342900" indent="-342900">
              <a:buFontTx/>
              <a:buChar char="-"/>
            </a:pPr>
            <a:r>
              <a:rPr lang="en-US" sz="2000" dirty="0"/>
              <a:t>Physical wiring</a:t>
            </a:r>
          </a:p>
          <a:p>
            <a:pPr marL="342900" indent="-342900">
              <a:buFontTx/>
              <a:buChar char="-"/>
            </a:pPr>
            <a:r>
              <a:rPr lang="en-US" sz="2000" dirty="0"/>
              <a:t>Soldering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07B1708-5396-EF8F-4A3E-BEF3EAAE65AD}"/>
              </a:ext>
            </a:extLst>
          </p:cNvPr>
          <p:cNvSpPr txBox="1">
            <a:spLocks/>
          </p:cNvSpPr>
          <p:nvPr/>
        </p:nvSpPr>
        <p:spPr>
          <a:xfrm>
            <a:off x="7294507" y="2740169"/>
            <a:ext cx="5075237" cy="419576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Tx/>
              <a:buChar char="-"/>
            </a:pPr>
            <a:r>
              <a:rPr lang="en-US" sz="2000" dirty="0"/>
              <a:t>Wiring blueprint</a:t>
            </a:r>
          </a:p>
          <a:p>
            <a:pPr marL="342900" indent="-342900">
              <a:buFontTx/>
              <a:buChar char="-"/>
            </a:pPr>
            <a:r>
              <a:rPr lang="en-US" sz="2000" dirty="0"/>
              <a:t>Application</a:t>
            </a:r>
          </a:p>
          <a:p>
            <a:pPr marL="342900" indent="-342900">
              <a:buFontTx/>
              <a:buChar char="-"/>
            </a:pPr>
            <a:r>
              <a:rPr lang="en-US" sz="2000" dirty="0"/>
              <a:t>Physical wiring</a:t>
            </a:r>
          </a:p>
          <a:p>
            <a:pPr marL="342900" indent="-342900">
              <a:buFontTx/>
              <a:buChar char="-"/>
            </a:pPr>
            <a:r>
              <a:rPr lang="en-US" sz="2000" dirty="0"/>
              <a:t>Physical testing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00171B-347F-AFA9-9705-577BBE9D6300}"/>
              </a:ext>
            </a:extLst>
          </p:cNvPr>
          <p:cNvSpPr txBox="1"/>
          <p:nvPr/>
        </p:nvSpPr>
        <p:spPr>
          <a:xfrm>
            <a:off x="2322957" y="1769718"/>
            <a:ext cx="9621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/>
              <a:t>Aidan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797828-10B8-D31E-87C4-16BFD1584528}"/>
              </a:ext>
            </a:extLst>
          </p:cNvPr>
          <p:cNvSpPr txBox="1"/>
          <p:nvPr/>
        </p:nvSpPr>
        <p:spPr>
          <a:xfrm>
            <a:off x="7961757" y="1769718"/>
            <a:ext cx="11737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T</a:t>
            </a:r>
            <a:r>
              <a:rPr lang="en-US" sz="2400" b="1"/>
              <a:t>ommy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6881D9-9F07-6701-A22C-539EAFFF4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251602"/>
      </p:ext>
    </p:extLst>
  </p:cSld>
  <p:clrMapOvr>
    <a:masterClrMapping/>
  </p:clrMapOvr>
</p:sld>
</file>

<file path=ppt/theme/theme1.xml><?xml version="1.0" encoding="utf-8"?>
<a:theme xmlns:a="http://schemas.openxmlformats.org/drawingml/2006/main" name="Blockwork elegance">
  <a:themeElements>
    <a:clrScheme name="Blockwork Elegance- Copilot 1">
      <a:dk1>
        <a:srgbClr val="000000"/>
      </a:dk1>
      <a:lt1>
        <a:srgbClr val="FFFFFF"/>
      </a:lt1>
      <a:dk2>
        <a:srgbClr val="000102"/>
      </a:dk2>
      <a:lt2>
        <a:srgbClr val="F6F2E6"/>
      </a:lt2>
      <a:accent1>
        <a:srgbClr val="28436C"/>
      </a:accent1>
      <a:accent2>
        <a:srgbClr val="F3BC24"/>
      </a:accent2>
      <a:accent3>
        <a:srgbClr val="8E7B63"/>
      </a:accent3>
      <a:accent4>
        <a:srgbClr val="CC563B"/>
      </a:accent4>
      <a:accent5>
        <a:srgbClr val="A3452F"/>
      </a:accent5>
      <a:accent6>
        <a:srgbClr val="BB9D83"/>
      </a:accent6>
      <a:hlink>
        <a:srgbClr val="4E60DA"/>
      </a:hlink>
      <a:folHlink>
        <a:srgbClr val="4E6094"/>
      </a:folHlink>
    </a:clrScheme>
    <a:fontScheme name="Blockwork Elegance">
      <a:majorFont>
        <a:latin typeface="Bahnschrift SemiLight"/>
        <a:ea typeface=""/>
        <a:cs typeface=""/>
      </a:majorFont>
      <a:minorFont>
        <a:latin typeface="Bahnschrift Semi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ckwork Elegance_Copilot Layouts_win32_KO_V11" id="{190D3195-6803-4DBD-A5E5-D3BB0A934856}" vid="{D3DF0ADA-3EA0-49DE-8FCB-DFEAAB5B3A9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2" ma:contentTypeDescription="Create a new document." ma:contentTypeScope="" ma:versionID="0635a23c60cc3de58ab4c1efc88efc6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b2ec4e1d644ed04c8d3fd0ef60d056a4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  <xsd:element ref="ns2:HasDigitalSignature" minOccurs="0"/>
                <xsd:element ref="ns2:DigitalSignatureProvi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  <xsd:element name="HasDigitalSignature" ma:index="34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35" nillable="true" ma:displayName="Signature provider" ma:internalName="DigitalSignatureProvider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EA42C18-4C38-43BB-8CE3-C963EDA9CBBA}">
  <ds:schemaRefs>
    <ds:schemaRef ds:uri="16c05727-aa75-4e4a-9b5f-8a80a1165891"/>
    <ds:schemaRef ds:uri="http://purl.org/dc/terms/"/>
    <ds:schemaRef ds:uri="http://purl.org/dc/elements/1.1/"/>
    <ds:schemaRef ds:uri="http://purl.org/dc/dcmitype/"/>
    <ds:schemaRef ds:uri="http://schemas.microsoft.com/office/2006/metadata/properties"/>
    <ds:schemaRef ds:uri="http://schemas.microsoft.com/sharepoint/v3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230e9df3-be65-4c73-a93b-d1236ebd677e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CC3B381C-6232-408C-B65A-8475398E4C36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DE0AE46-2EED-447A-8B24-DFD65B70D448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1a19d03a-48bc-4359-8038-5b5f6d5847c3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498</Words>
  <Application>Microsoft Office PowerPoint</Application>
  <PresentationFormat>Widescreen</PresentationFormat>
  <Paragraphs>101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Bahnschrift SemiLight</vt:lpstr>
      <vt:lpstr>Blockwork elegance</vt:lpstr>
      <vt:lpstr>CS489 Fitness Tracker</vt:lpstr>
      <vt:lpstr>Problem to be solved</vt:lpstr>
      <vt:lpstr>Hardware</vt:lpstr>
      <vt:lpstr>Hardware design</vt:lpstr>
      <vt:lpstr>Software Design</vt:lpstr>
      <vt:lpstr>Roadblocks</vt:lpstr>
      <vt:lpstr>What did we learn?</vt:lpstr>
      <vt:lpstr>Future Additions</vt:lpstr>
      <vt:lpstr>Contributions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Gaffney</dc:creator>
  <cp:lastModifiedBy>Thomas Finian Gaffney</cp:lastModifiedBy>
  <cp:revision>3</cp:revision>
  <dcterms:created xsi:type="dcterms:W3CDTF">2026-04-25T21:47:02Z</dcterms:created>
  <dcterms:modified xsi:type="dcterms:W3CDTF">2026-07-17T16:21:21Z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